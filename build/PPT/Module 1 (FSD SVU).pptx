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8"/>
  </p:notesMasterIdLst>
  <p:sldIdLst>
    <p:sldId id="256" r:id="rId2"/>
    <p:sldId id="312" r:id="rId3"/>
    <p:sldId id="314" r:id="rId4"/>
    <p:sldId id="315" r:id="rId5"/>
    <p:sldId id="316" r:id="rId6"/>
    <p:sldId id="317" r:id="rId7"/>
    <p:sldId id="318" r:id="rId8"/>
    <p:sldId id="322" r:id="rId9"/>
    <p:sldId id="319" r:id="rId10"/>
    <p:sldId id="323" r:id="rId11"/>
    <p:sldId id="321" r:id="rId12"/>
    <p:sldId id="324" r:id="rId13"/>
    <p:sldId id="325" r:id="rId14"/>
    <p:sldId id="326" r:id="rId15"/>
    <p:sldId id="327" r:id="rId16"/>
    <p:sldId id="261" r:id="rId17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9"/>
      <p:bold r:id="rId20"/>
      <p:italic r:id="rId21"/>
      <p:boldItalic r:id="rId22"/>
    </p:embeddedFont>
    <p:embeddedFont>
      <p:font typeface="Nunito Light" pitchFamily="2" charset="0"/>
      <p:regular r:id="rId23"/>
      <p:italic r:id="rId24"/>
    </p:embeddedFont>
    <p:embeddedFont>
      <p:font typeface="Spline Sans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669D2E-B97E-4414-8B10-88DBF20A6118}">
  <a:tblStyle styleId="{EC669D2E-B97E-4414-8B10-88DBF20A61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8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9" name="Google Shape;25859;g1c46b2721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60" name="Google Shape;25860;g1c46b2721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1" name="Google Shape;26001;g1c46b272120_0_16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02" name="Google Shape;26002;g1c46b272120_0_16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824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1" name="Google Shape;26001;g1c46b272120_0_16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02" name="Google Shape;26002;g1c46b272120_0_16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6920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1" name="Google Shape;26001;g1c46b272120_0_16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02" name="Google Shape;26002;g1c46b272120_0_16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0967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8" name="Google Shape;26048;g1c46b272120_0_15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49" name="Google Shape;26049;g1c46b272120_0_15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8150" y="35427"/>
            <a:ext cx="9067465" cy="5072518"/>
            <a:chOff x="0" y="-63776"/>
            <a:chExt cx="9309513" cy="5207389"/>
          </a:xfrm>
        </p:grpSpPr>
        <p:sp>
          <p:nvSpPr>
            <p:cNvPr id="10" name="Google Shape;10;p2"/>
            <p:cNvSpPr/>
            <p:nvPr/>
          </p:nvSpPr>
          <p:spPr>
            <a:xfrm>
              <a:off x="2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1763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1763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1763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1763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1763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1763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1763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1763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1763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21763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21763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1763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1761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1761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1761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1761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1761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1761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1760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1760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43523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3523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3523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43523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3523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3523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3523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3523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3523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43523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3523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3523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352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352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352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352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352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4352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352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4352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5284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65284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5284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5284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5284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5284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5284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5284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5284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5284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65284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65284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65283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5283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65283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65283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65283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5283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65281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65281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87044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87044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87044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87044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87044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87044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87044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87044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87044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87044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87044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87044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87043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87043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87043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87043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87043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87043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87042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87042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08805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08805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08805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8805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08805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08805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08805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08805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08805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08805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08805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08805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08804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08804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08804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08804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08804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08804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08802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08802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30566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30566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30566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30566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30566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30566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30566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30566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30566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30566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30566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30566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30564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30564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30564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30564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30564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30564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30563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30563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55135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55135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55135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55135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55135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55135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55135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55135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55135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55135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55135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55135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55134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55134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55134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55134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55134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55134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55133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55133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79705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79705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79705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79705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79705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79705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79705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179705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79705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79705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79705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79705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79703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79703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79703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79703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79703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79703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79702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179702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204274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204274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204274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204274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204274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204274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204274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204274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204274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204274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204274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204274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204273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204273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04273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204273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04273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204273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204272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204272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28844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228844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228844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228844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228844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228844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228844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228844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228844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228844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228844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228844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228842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228842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228842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228842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228842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228842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228841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228841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253413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253413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253413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253413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253413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253413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253413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253413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253413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253413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253413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253413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25341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25341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25341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25341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25341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25341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5341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5341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77983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77983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77983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77983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277983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277983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277983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277983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277983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277983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277983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277983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277981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277981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277981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277981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277981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277981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277980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277980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302552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302552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302552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302552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302552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302552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302552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302552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302552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302552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302552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302552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302551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302551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302551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302551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302551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302551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302550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302550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327122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327122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327122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327122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327122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327122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327122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327122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327122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327122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327122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327122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327121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327121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327121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327121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327121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327121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327119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327119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351691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351691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351691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351691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351691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351691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351691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351691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351691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351691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351691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351691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351690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351690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351690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351690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351690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351690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351689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351689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37626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37626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37626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37626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37626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37626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37626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37626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37626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37626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37626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37626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37626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37626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37626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37626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37626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37626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37625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37625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400830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400830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400830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400830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400830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400830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400830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400830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400830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400830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400830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400830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400829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400829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400829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400829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400829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400829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400828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400828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425400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425400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425400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425400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425400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425400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425400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425400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425400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425400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425400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425400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4253991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4253991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4253991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4253991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4253991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4253991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425397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425397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449969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449969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449969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449969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449969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449969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449969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449969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449969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449969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449969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449969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449968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449968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449968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449968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449968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449968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449967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449967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474539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474539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474539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474539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474539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474539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474539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474539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474539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474539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474539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474539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"/>
            <p:cNvSpPr/>
            <p:nvPr/>
          </p:nvSpPr>
          <p:spPr>
            <a:xfrm>
              <a:off x="4745381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"/>
            <p:cNvSpPr/>
            <p:nvPr/>
          </p:nvSpPr>
          <p:spPr>
            <a:xfrm>
              <a:off x="4745381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4745381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4745381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4745381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4745381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474536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474536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4991089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4991089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4991089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4991089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4991089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4991089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4991089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4991089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4991089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4991089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4991089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4991089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499107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499107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499107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499107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499107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499107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499106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499106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523678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523678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523678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523678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523678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523678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523678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523678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523678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523678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523678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523678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523677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523677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523677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523677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523677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523677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523675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523675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5482479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5482479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5482479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5482479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5482479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5482479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5482479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5482479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5482479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5482479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5482479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5482479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5482467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5482467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5482467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5482467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5482467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5482467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548245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548245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572817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572817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572817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572817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572817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572817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572817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572817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572817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572817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572817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572817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572816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572816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572816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572816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572816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572816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572815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572815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597387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597387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597387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597387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597387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597387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597387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597387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597387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597387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597387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597387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5973857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5973857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5973857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5973857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"/>
            <p:cNvSpPr/>
            <p:nvPr/>
          </p:nvSpPr>
          <p:spPr>
            <a:xfrm>
              <a:off x="5973857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"/>
            <p:cNvSpPr/>
            <p:nvPr/>
          </p:nvSpPr>
          <p:spPr>
            <a:xfrm>
              <a:off x="5973857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"/>
            <p:cNvSpPr/>
            <p:nvPr/>
          </p:nvSpPr>
          <p:spPr>
            <a:xfrm>
              <a:off x="597384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"/>
            <p:cNvSpPr/>
            <p:nvPr/>
          </p:nvSpPr>
          <p:spPr>
            <a:xfrm>
              <a:off x="597384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"/>
            <p:cNvSpPr/>
            <p:nvPr/>
          </p:nvSpPr>
          <p:spPr>
            <a:xfrm>
              <a:off x="621956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"/>
            <p:cNvSpPr/>
            <p:nvPr/>
          </p:nvSpPr>
          <p:spPr>
            <a:xfrm>
              <a:off x="621956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"/>
            <p:cNvSpPr/>
            <p:nvPr/>
          </p:nvSpPr>
          <p:spPr>
            <a:xfrm>
              <a:off x="621956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"/>
            <p:cNvSpPr/>
            <p:nvPr/>
          </p:nvSpPr>
          <p:spPr>
            <a:xfrm>
              <a:off x="621956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"/>
            <p:cNvSpPr/>
            <p:nvPr/>
          </p:nvSpPr>
          <p:spPr>
            <a:xfrm>
              <a:off x="621956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"/>
            <p:cNvSpPr/>
            <p:nvPr/>
          </p:nvSpPr>
          <p:spPr>
            <a:xfrm>
              <a:off x="621956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"/>
            <p:cNvSpPr/>
            <p:nvPr/>
          </p:nvSpPr>
          <p:spPr>
            <a:xfrm>
              <a:off x="621956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"/>
            <p:cNvSpPr/>
            <p:nvPr/>
          </p:nvSpPr>
          <p:spPr>
            <a:xfrm>
              <a:off x="621956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"/>
            <p:cNvSpPr/>
            <p:nvPr/>
          </p:nvSpPr>
          <p:spPr>
            <a:xfrm>
              <a:off x="621956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"/>
            <p:cNvSpPr/>
            <p:nvPr/>
          </p:nvSpPr>
          <p:spPr>
            <a:xfrm>
              <a:off x="621956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"/>
            <p:cNvSpPr/>
            <p:nvPr/>
          </p:nvSpPr>
          <p:spPr>
            <a:xfrm>
              <a:off x="621956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"/>
            <p:cNvSpPr/>
            <p:nvPr/>
          </p:nvSpPr>
          <p:spPr>
            <a:xfrm>
              <a:off x="621956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"/>
            <p:cNvSpPr/>
            <p:nvPr/>
          </p:nvSpPr>
          <p:spPr>
            <a:xfrm>
              <a:off x="621955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"/>
            <p:cNvSpPr/>
            <p:nvPr/>
          </p:nvSpPr>
          <p:spPr>
            <a:xfrm>
              <a:off x="621955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"/>
            <p:cNvSpPr/>
            <p:nvPr/>
          </p:nvSpPr>
          <p:spPr>
            <a:xfrm>
              <a:off x="621955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"/>
            <p:cNvSpPr/>
            <p:nvPr/>
          </p:nvSpPr>
          <p:spPr>
            <a:xfrm>
              <a:off x="621955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"/>
            <p:cNvSpPr/>
            <p:nvPr/>
          </p:nvSpPr>
          <p:spPr>
            <a:xfrm>
              <a:off x="621955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"/>
            <p:cNvSpPr/>
            <p:nvPr/>
          </p:nvSpPr>
          <p:spPr>
            <a:xfrm>
              <a:off x="621955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"/>
            <p:cNvSpPr/>
            <p:nvPr/>
          </p:nvSpPr>
          <p:spPr>
            <a:xfrm>
              <a:off x="621954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"/>
            <p:cNvSpPr/>
            <p:nvPr/>
          </p:nvSpPr>
          <p:spPr>
            <a:xfrm>
              <a:off x="621954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"/>
            <p:cNvSpPr/>
            <p:nvPr/>
          </p:nvSpPr>
          <p:spPr>
            <a:xfrm>
              <a:off x="646526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"/>
            <p:cNvSpPr/>
            <p:nvPr/>
          </p:nvSpPr>
          <p:spPr>
            <a:xfrm>
              <a:off x="646526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"/>
            <p:cNvSpPr/>
            <p:nvPr/>
          </p:nvSpPr>
          <p:spPr>
            <a:xfrm>
              <a:off x="646526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"/>
            <p:cNvSpPr/>
            <p:nvPr/>
          </p:nvSpPr>
          <p:spPr>
            <a:xfrm>
              <a:off x="646526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"/>
            <p:cNvSpPr/>
            <p:nvPr/>
          </p:nvSpPr>
          <p:spPr>
            <a:xfrm>
              <a:off x="646526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"/>
            <p:cNvSpPr/>
            <p:nvPr/>
          </p:nvSpPr>
          <p:spPr>
            <a:xfrm>
              <a:off x="646526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"/>
            <p:cNvSpPr/>
            <p:nvPr/>
          </p:nvSpPr>
          <p:spPr>
            <a:xfrm>
              <a:off x="646526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"/>
            <p:cNvSpPr/>
            <p:nvPr/>
          </p:nvSpPr>
          <p:spPr>
            <a:xfrm>
              <a:off x="646526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"/>
            <p:cNvSpPr/>
            <p:nvPr/>
          </p:nvSpPr>
          <p:spPr>
            <a:xfrm>
              <a:off x="646526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"/>
            <p:cNvSpPr/>
            <p:nvPr/>
          </p:nvSpPr>
          <p:spPr>
            <a:xfrm>
              <a:off x="646526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"/>
            <p:cNvSpPr/>
            <p:nvPr/>
          </p:nvSpPr>
          <p:spPr>
            <a:xfrm>
              <a:off x="646526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"/>
            <p:cNvSpPr/>
            <p:nvPr/>
          </p:nvSpPr>
          <p:spPr>
            <a:xfrm>
              <a:off x="646526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"/>
            <p:cNvSpPr/>
            <p:nvPr/>
          </p:nvSpPr>
          <p:spPr>
            <a:xfrm>
              <a:off x="646524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"/>
            <p:cNvSpPr/>
            <p:nvPr/>
          </p:nvSpPr>
          <p:spPr>
            <a:xfrm>
              <a:off x="646524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"/>
            <p:cNvSpPr/>
            <p:nvPr/>
          </p:nvSpPr>
          <p:spPr>
            <a:xfrm>
              <a:off x="646524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"/>
            <p:cNvSpPr/>
            <p:nvPr/>
          </p:nvSpPr>
          <p:spPr>
            <a:xfrm>
              <a:off x="646524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"/>
            <p:cNvSpPr/>
            <p:nvPr/>
          </p:nvSpPr>
          <p:spPr>
            <a:xfrm>
              <a:off x="646524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"/>
            <p:cNvSpPr/>
            <p:nvPr/>
          </p:nvSpPr>
          <p:spPr>
            <a:xfrm>
              <a:off x="646524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"/>
            <p:cNvSpPr/>
            <p:nvPr/>
          </p:nvSpPr>
          <p:spPr>
            <a:xfrm>
              <a:off x="646523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"/>
            <p:cNvSpPr/>
            <p:nvPr/>
          </p:nvSpPr>
          <p:spPr>
            <a:xfrm>
              <a:off x="646523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"/>
            <p:cNvSpPr/>
            <p:nvPr/>
          </p:nvSpPr>
          <p:spPr>
            <a:xfrm>
              <a:off x="671095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"/>
            <p:cNvSpPr/>
            <p:nvPr/>
          </p:nvSpPr>
          <p:spPr>
            <a:xfrm>
              <a:off x="671095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"/>
            <p:cNvSpPr/>
            <p:nvPr/>
          </p:nvSpPr>
          <p:spPr>
            <a:xfrm>
              <a:off x="671095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"/>
            <p:cNvSpPr/>
            <p:nvPr/>
          </p:nvSpPr>
          <p:spPr>
            <a:xfrm>
              <a:off x="671095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"/>
            <p:cNvSpPr/>
            <p:nvPr/>
          </p:nvSpPr>
          <p:spPr>
            <a:xfrm>
              <a:off x="671095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"/>
            <p:cNvSpPr/>
            <p:nvPr/>
          </p:nvSpPr>
          <p:spPr>
            <a:xfrm>
              <a:off x="671095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"/>
            <p:cNvSpPr/>
            <p:nvPr/>
          </p:nvSpPr>
          <p:spPr>
            <a:xfrm>
              <a:off x="671095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"/>
            <p:cNvSpPr/>
            <p:nvPr/>
          </p:nvSpPr>
          <p:spPr>
            <a:xfrm>
              <a:off x="671095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"/>
            <p:cNvSpPr/>
            <p:nvPr/>
          </p:nvSpPr>
          <p:spPr>
            <a:xfrm>
              <a:off x="671095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"/>
            <p:cNvSpPr/>
            <p:nvPr/>
          </p:nvSpPr>
          <p:spPr>
            <a:xfrm>
              <a:off x="671095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"/>
            <p:cNvSpPr/>
            <p:nvPr/>
          </p:nvSpPr>
          <p:spPr>
            <a:xfrm>
              <a:off x="671095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"/>
            <p:cNvSpPr/>
            <p:nvPr/>
          </p:nvSpPr>
          <p:spPr>
            <a:xfrm>
              <a:off x="671095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"/>
            <p:cNvSpPr/>
            <p:nvPr/>
          </p:nvSpPr>
          <p:spPr>
            <a:xfrm>
              <a:off x="671094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"/>
            <p:cNvSpPr/>
            <p:nvPr/>
          </p:nvSpPr>
          <p:spPr>
            <a:xfrm>
              <a:off x="671094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"/>
            <p:cNvSpPr/>
            <p:nvPr/>
          </p:nvSpPr>
          <p:spPr>
            <a:xfrm>
              <a:off x="671094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"/>
            <p:cNvSpPr/>
            <p:nvPr/>
          </p:nvSpPr>
          <p:spPr>
            <a:xfrm>
              <a:off x="671094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"/>
            <p:cNvSpPr/>
            <p:nvPr/>
          </p:nvSpPr>
          <p:spPr>
            <a:xfrm>
              <a:off x="671094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"/>
            <p:cNvSpPr/>
            <p:nvPr/>
          </p:nvSpPr>
          <p:spPr>
            <a:xfrm>
              <a:off x="671094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"/>
            <p:cNvSpPr/>
            <p:nvPr/>
          </p:nvSpPr>
          <p:spPr>
            <a:xfrm>
              <a:off x="671093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"/>
            <p:cNvSpPr/>
            <p:nvPr/>
          </p:nvSpPr>
          <p:spPr>
            <a:xfrm>
              <a:off x="671093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"/>
            <p:cNvSpPr/>
            <p:nvPr/>
          </p:nvSpPr>
          <p:spPr>
            <a:xfrm>
              <a:off x="695665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"/>
            <p:cNvSpPr/>
            <p:nvPr/>
          </p:nvSpPr>
          <p:spPr>
            <a:xfrm>
              <a:off x="695665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"/>
            <p:cNvSpPr/>
            <p:nvPr/>
          </p:nvSpPr>
          <p:spPr>
            <a:xfrm>
              <a:off x="695665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"/>
            <p:cNvSpPr/>
            <p:nvPr/>
          </p:nvSpPr>
          <p:spPr>
            <a:xfrm>
              <a:off x="695665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"/>
            <p:cNvSpPr/>
            <p:nvPr/>
          </p:nvSpPr>
          <p:spPr>
            <a:xfrm>
              <a:off x="695665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"/>
            <p:cNvSpPr/>
            <p:nvPr/>
          </p:nvSpPr>
          <p:spPr>
            <a:xfrm>
              <a:off x="695665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"/>
            <p:cNvSpPr/>
            <p:nvPr/>
          </p:nvSpPr>
          <p:spPr>
            <a:xfrm>
              <a:off x="695665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"/>
            <p:cNvSpPr/>
            <p:nvPr/>
          </p:nvSpPr>
          <p:spPr>
            <a:xfrm>
              <a:off x="695665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"/>
            <p:cNvSpPr/>
            <p:nvPr/>
          </p:nvSpPr>
          <p:spPr>
            <a:xfrm>
              <a:off x="695665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"/>
            <p:cNvSpPr/>
            <p:nvPr/>
          </p:nvSpPr>
          <p:spPr>
            <a:xfrm>
              <a:off x="695665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"/>
            <p:cNvSpPr/>
            <p:nvPr/>
          </p:nvSpPr>
          <p:spPr>
            <a:xfrm>
              <a:off x="695665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"/>
            <p:cNvSpPr/>
            <p:nvPr/>
          </p:nvSpPr>
          <p:spPr>
            <a:xfrm>
              <a:off x="695665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"/>
            <p:cNvSpPr/>
            <p:nvPr/>
          </p:nvSpPr>
          <p:spPr>
            <a:xfrm>
              <a:off x="695663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"/>
            <p:cNvSpPr/>
            <p:nvPr/>
          </p:nvSpPr>
          <p:spPr>
            <a:xfrm>
              <a:off x="695663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"/>
            <p:cNvSpPr/>
            <p:nvPr/>
          </p:nvSpPr>
          <p:spPr>
            <a:xfrm>
              <a:off x="695663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"/>
            <p:cNvSpPr/>
            <p:nvPr/>
          </p:nvSpPr>
          <p:spPr>
            <a:xfrm>
              <a:off x="695663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"/>
            <p:cNvSpPr/>
            <p:nvPr/>
          </p:nvSpPr>
          <p:spPr>
            <a:xfrm>
              <a:off x="695663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"/>
            <p:cNvSpPr/>
            <p:nvPr/>
          </p:nvSpPr>
          <p:spPr>
            <a:xfrm>
              <a:off x="695663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"/>
            <p:cNvSpPr/>
            <p:nvPr/>
          </p:nvSpPr>
          <p:spPr>
            <a:xfrm>
              <a:off x="695662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"/>
            <p:cNvSpPr/>
            <p:nvPr/>
          </p:nvSpPr>
          <p:spPr>
            <a:xfrm>
              <a:off x="695662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"/>
            <p:cNvSpPr/>
            <p:nvPr/>
          </p:nvSpPr>
          <p:spPr>
            <a:xfrm>
              <a:off x="720234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"/>
            <p:cNvSpPr/>
            <p:nvPr/>
          </p:nvSpPr>
          <p:spPr>
            <a:xfrm>
              <a:off x="720234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"/>
            <p:cNvSpPr/>
            <p:nvPr/>
          </p:nvSpPr>
          <p:spPr>
            <a:xfrm>
              <a:off x="720234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"/>
            <p:cNvSpPr/>
            <p:nvPr/>
          </p:nvSpPr>
          <p:spPr>
            <a:xfrm>
              <a:off x="720234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"/>
            <p:cNvSpPr/>
            <p:nvPr/>
          </p:nvSpPr>
          <p:spPr>
            <a:xfrm>
              <a:off x="720234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"/>
            <p:cNvSpPr/>
            <p:nvPr/>
          </p:nvSpPr>
          <p:spPr>
            <a:xfrm>
              <a:off x="720234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"/>
            <p:cNvSpPr/>
            <p:nvPr/>
          </p:nvSpPr>
          <p:spPr>
            <a:xfrm>
              <a:off x="720234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"/>
            <p:cNvSpPr/>
            <p:nvPr/>
          </p:nvSpPr>
          <p:spPr>
            <a:xfrm>
              <a:off x="720234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"/>
            <p:cNvSpPr/>
            <p:nvPr/>
          </p:nvSpPr>
          <p:spPr>
            <a:xfrm>
              <a:off x="720234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"/>
            <p:cNvSpPr/>
            <p:nvPr/>
          </p:nvSpPr>
          <p:spPr>
            <a:xfrm>
              <a:off x="720234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"/>
            <p:cNvSpPr/>
            <p:nvPr/>
          </p:nvSpPr>
          <p:spPr>
            <a:xfrm>
              <a:off x="720234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"/>
            <p:cNvSpPr/>
            <p:nvPr/>
          </p:nvSpPr>
          <p:spPr>
            <a:xfrm>
              <a:off x="720234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"/>
            <p:cNvSpPr/>
            <p:nvPr/>
          </p:nvSpPr>
          <p:spPr>
            <a:xfrm>
              <a:off x="720233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"/>
            <p:cNvSpPr/>
            <p:nvPr/>
          </p:nvSpPr>
          <p:spPr>
            <a:xfrm>
              <a:off x="720233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"/>
            <p:cNvSpPr/>
            <p:nvPr/>
          </p:nvSpPr>
          <p:spPr>
            <a:xfrm>
              <a:off x="720233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"/>
            <p:cNvSpPr/>
            <p:nvPr/>
          </p:nvSpPr>
          <p:spPr>
            <a:xfrm>
              <a:off x="720233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"/>
            <p:cNvSpPr/>
            <p:nvPr/>
          </p:nvSpPr>
          <p:spPr>
            <a:xfrm>
              <a:off x="720233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"/>
            <p:cNvSpPr/>
            <p:nvPr/>
          </p:nvSpPr>
          <p:spPr>
            <a:xfrm>
              <a:off x="720233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"/>
            <p:cNvSpPr/>
            <p:nvPr/>
          </p:nvSpPr>
          <p:spPr>
            <a:xfrm>
              <a:off x="720232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"/>
            <p:cNvSpPr/>
            <p:nvPr/>
          </p:nvSpPr>
          <p:spPr>
            <a:xfrm>
              <a:off x="720232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"/>
            <p:cNvSpPr/>
            <p:nvPr/>
          </p:nvSpPr>
          <p:spPr>
            <a:xfrm>
              <a:off x="744804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"/>
            <p:cNvSpPr/>
            <p:nvPr/>
          </p:nvSpPr>
          <p:spPr>
            <a:xfrm>
              <a:off x="744804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"/>
            <p:cNvSpPr/>
            <p:nvPr/>
          </p:nvSpPr>
          <p:spPr>
            <a:xfrm>
              <a:off x="744804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"/>
            <p:cNvSpPr/>
            <p:nvPr/>
          </p:nvSpPr>
          <p:spPr>
            <a:xfrm>
              <a:off x="744804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"/>
            <p:cNvSpPr/>
            <p:nvPr/>
          </p:nvSpPr>
          <p:spPr>
            <a:xfrm>
              <a:off x="744804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"/>
            <p:cNvSpPr/>
            <p:nvPr/>
          </p:nvSpPr>
          <p:spPr>
            <a:xfrm>
              <a:off x="744804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"/>
            <p:cNvSpPr/>
            <p:nvPr/>
          </p:nvSpPr>
          <p:spPr>
            <a:xfrm>
              <a:off x="744804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"/>
            <p:cNvSpPr/>
            <p:nvPr/>
          </p:nvSpPr>
          <p:spPr>
            <a:xfrm>
              <a:off x="744804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"/>
            <p:cNvSpPr/>
            <p:nvPr/>
          </p:nvSpPr>
          <p:spPr>
            <a:xfrm>
              <a:off x="744804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"/>
            <p:cNvSpPr/>
            <p:nvPr/>
          </p:nvSpPr>
          <p:spPr>
            <a:xfrm>
              <a:off x="744804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"/>
            <p:cNvSpPr/>
            <p:nvPr/>
          </p:nvSpPr>
          <p:spPr>
            <a:xfrm>
              <a:off x="744804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"/>
            <p:cNvSpPr/>
            <p:nvPr/>
          </p:nvSpPr>
          <p:spPr>
            <a:xfrm>
              <a:off x="744804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"/>
            <p:cNvSpPr/>
            <p:nvPr/>
          </p:nvSpPr>
          <p:spPr>
            <a:xfrm>
              <a:off x="744802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"/>
            <p:cNvSpPr/>
            <p:nvPr/>
          </p:nvSpPr>
          <p:spPr>
            <a:xfrm>
              <a:off x="744802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"/>
            <p:cNvSpPr/>
            <p:nvPr/>
          </p:nvSpPr>
          <p:spPr>
            <a:xfrm>
              <a:off x="744802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"/>
            <p:cNvSpPr/>
            <p:nvPr/>
          </p:nvSpPr>
          <p:spPr>
            <a:xfrm>
              <a:off x="744802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"/>
            <p:cNvSpPr/>
            <p:nvPr/>
          </p:nvSpPr>
          <p:spPr>
            <a:xfrm>
              <a:off x="744802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"/>
            <p:cNvSpPr/>
            <p:nvPr/>
          </p:nvSpPr>
          <p:spPr>
            <a:xfrm>
              <a:off x="744802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"/>
            <p:cNvSpPr/>
            <p:nvPr/>
          </p:nvSpPr>
          <p:spPr>
            <a:xfrm>
              <a:off x="744801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"/>
            <p:cNvSpPr/>
            <p:nvPr/>
          </p:nvSpPr>
          <p:spPr>
            <a:xfrm>
              <a:off x="744801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"/>
            <p:cNvSpPr/>
            <p:nvPr/>
          </p:nvSpPr>
          <p:spPr>
            <a:xfrm>
              <a:off x="769373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"/>
            <p:cNvSpPr/>
            <p:nvPr/>
          </p:nvSpPr>
          <p:spPr>
            <a:xfrm>
              <a:off x="769373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"/>
            <p:cNvSpPr/>
            <p:nvPr/>
          </p:nvSpPr>
          <p:spPr>
            <a:xfrm>
              <a:off x="769373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"/>
            <p:cNvSpPr/>
            <p:nvPr/>
          </p:nvSpPr>
          <p:spPr>
            <a:xfrm>
              <a:off x="769373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"/>
            <p:cNvSpPr/>
            <p:nvPr/>
          </p:nvSpPr>
          <p:spPr>
            <a:xfrm>
              <a:off x="769373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"/>
            <p:cNvSpPr/>
            <p:nvPr/>
          </p:nvSpPr>
          <p:spPr>
            <a:xfrm>
              <a:off x="769373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"/>
            <p:cNvSpPr/>
            <p:nvPr/>
          </p:nvSpPr>
          <p:spPr>
            <a:xfrm>
              <a:off x="769373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"/>
            <p:cNvSpPr/>
            <p:nvPr/>
          </p:nvSpPr>
          <p:spPr>
            <a:xfrm>
              <a:off x="769373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"/>
            <p:cNvSpPr/>
            <p:nvPr/>
          </p:nvSpPr>
          <p:spPr>
            <a:xfrm>
              <a:off x="769373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"/>
            <p:cNvSpPr/>
            <p:nvPr/>
          </p:nvSpPr>
          <p:spPr>
            <a:xfrm>
              <a:off x="769373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"/>
            <p:cNvSpPr/>
            <p:nvPr/>
          </p:nvSpPr>
          <p:spPr>
            <a:xfrm>
              <a:off x="769373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"/>
            <p:cNvSpPr/>
            <p:nvPr/>
          </p:nvSpPr>
          <p:spPr>
            <a:xfrm>
              <a:off x="769373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"/>
            <p:cNvSpPr/>
            <p:nvPr/>
          </p:nvSpPr>
          <p:spPr>
            <a:xfrm>
              <a:off x="76937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"/>
            <p:cNvSpPr/>
            <p:nvPr/>
          </p:nvSpPr>
          <p:spPr>
            <a:xfrm>
              <a:off x="76937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"/>
            <p:cNvSpPr/>
            <p:nvPr/>
          </p:nvSpPr>
          <p:spPr>
            <a:xfrm>
              <a:off x="76937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"/>
            <p:cNvSpPr/>
            <p:nvPr/>
          </p:nvSpPr>
          <p:spPr>
            <a:xfrm>
              <a:off x="76937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"/>
            <p:cNvSpPr/>
            <p:nvPr/>
          </p:nvSpPr>
          <p:spPr>
            <a:xfrm>
              <a:off x="76937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"/>
            <p:cNvSpPr/>
            <p:nvPr/>
          </p:nvSpPr>
          <p:spPr>
            <a:xfrm>
              <a:off x="76937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"/>
            <p:cNvSpPr/>
            <p:nvPr/>
          </p:nvSpPr>
          <p:spPr>
            <a:xfrm>
              <a:off x="76937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"/>
            <p:cNvSpPr/>
            <p:nvPr/>
          </p:nvSpPr>
          <p:spPr>
            <a:xfrm>
              <a:off x="76937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"/>
            <p:cNvSpPr/>
            <p:nvPr/>
          </p:nvSpPr>
          <p:spPr>
            <a:xfrm>
              <a:off x="793943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"/>
            <p:cNvSpPr/>
            <p:nvPr/>
          </p:nvSpPr>
          <p:spPr>
            <a:xfrm>
              <a:off x="793943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"/>
            <p:cNvSpPr/>
            <p:nvPr/>
          </p:nvSpPr>
          <p:spPr>
            <a:xfrm>
              <a:off x="793943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"/>
            <p:cNvSpPr/>
            <p:nvPr/>
          </p:nvSpPr>
          <p:spPr>
            <a:xfrm>
              <a:off x="793943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"/>
            <p:cNvSpPr/>
            <p:nvPr/>
          </p:nvSpPr>
          <p:spPr>
            <a:xfrm>
              <a:off x="793943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"/>
            <p:cNvSpPr/>
            <p:nvPr/>
          </p:nvSpPr>
          <p:spPr>
            <a:xfrm>
              <a:off x="793943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"/>
            <p:cNvSpPr/>
            <p:nvPr/>
          </p:nvSpPr>
          <p:spPr>
            <a:xfrm>
              <a:off x="793943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"/>
            <p:cNvSpPr/>
            <p:nvPr/>
          </p:nvSpPr>
          <p:spPr>
            <a:xfrm>
              <a:off x="793943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"/>
            <p:cNvSpPr/>
            <p:nvPr/>
          </p:nvSpPr>
          <p:spPr>
            <a:xfrm>
              <a:off x="793943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"/>
            <p:cNvSpPr/>
            <p:nvPr/>
          </p:nvSpPr>
          <p:spPr>
            <a:xfrm>
              <a:off x="793943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"/>
            <p:cNvSpPr/>
            <p:nvPr/>
          </p:nvSpPr>
          <p:spPr>
            <a:xfrm>
              <a:off x="793943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"/>
            <p:cNvSpPr/>
            <p:nvPr/>
          </p:nvSpPr>
          <p:spPr>
            <a:xfrm>
              <a:off x="793943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"/>
            <p:cNvSpPr/>
            <p:nvPr/>
          </p:nvSpPr>
          <p:spPr>
            <a:xfrm>
              <a:off x="793941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"/>
            <p:cNvSpPr/>
            <p:nvPr/>
          </p:nvSpPr>
          <p:spPr>
            <a:xfrm>
              <a:off x="793941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"/>
            <p:cNvSpPr/>
            <p:nvPr/>
          </p:nvSpPr>
          <p:spPr>
            <a:xfrm>
              <a:off x="793941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"/>
            <p:cNvSpPr/>
            <p:nvPr/>
          </p:nvSpPr>
          <p:spPr>
            <a:xfrm>
              <a:off x="793941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"/>
            <p:cNvSpPr/>
            <p:nvPr/>
          </p:nvSpPr>
          <p:spPr>
            <a:xfrm>
              <a:off x="793941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"/>
            <p:cNvSpPr/>
            <p:nvPr/>
          </p:nvSpPr>
          <p:spPr>
            <a:xfrm>
              <a:off x="793941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"/>
            <p:cNvSpPr/>
            <p:nvPr/>
          </p:nvSpPr>
          <p:spPr>
            <a:xfrm>
              <a:off x="793940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"/>
            <p:cNvSpPr/>
            <p:nvPr/>
          </p:nvSpPr>
          <p:spPr>
            <a:xfrm>
              <a:off x="793940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"/>
            <p:cNvSpPr/>
            <p:nvPr/>
          </p:nvSpPr>
          <p:spPr>
            <a:xfrm>
              <a:off x="818512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"/>
            <p:cNvSpPr/>
            <p:nvPr/>
          </p:nvSpPr>
          <p:spPr>
            <a:xfrm>
              <a:off x="818512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"/>
            <p:cNvSpPr/>
            <p:nvPr/>
          </p:nvSpPr>
          <p:spPr>
            <a:xfrm>
              <a:off x="818512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"/>
            <p:cNvSpPr/>
            <p:nvPr/>
          </p:nvSpPr>
          <p:spPr>
            <a:xfrm>
              <a:off x="818512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"/>
            <p:cNvSpPr/>
            <p:nvPr/>
          </p:nvSpPr>
          <p:spPr>
            <a:xfrm>
              <a:off x="818512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"/>
            <p:cNvSpPr/>
            <p:nvPr/>
          </p:nvSpPr>
          <p:spPr>
            <a:xfrm>
              <a:off x="818512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"/>
            <p:cNvSpPr/>
            <p:nvPr/>
          </p:nvSpPr>
          <p:spPr>
            <a:xfrm>
              <a:off x="818512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"/>
            <p:cNvSpPr/>
            <p:nvPr/>
          </p:nvSpPr>
          <p:spPr>
            <a:xfrm>
              <a:off x="818512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"/>
            <p:cNvSpPr/>
            <p:nvPr/>
          </p:nvSpPr>
          <p:spPr>
            <a:xfrm>
              <a:off x="818512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"/>
            <p:cNvSpPr/>
            <p:nvPr/>
          </p:nvSpPr>
          <p:spPr>
            <a:xfrm>
              <a:off x="818512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"/>
            <p:cNvSpPr/>
            <p:nvPr/>
          </p:nvSpPr>
          <p:spPr>
            <a:xfrm>
              <a:off x="818512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"/>
            <p:cNvSpPr/>
            <p:nvPr/>
          </p:nvSpPr>
          <p:spPr>
            <a:xfrm>
              <a:off x="818512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"/>
            <p:cNvSpPr/>
            <p:nvPr/>
          </p:nvSpPr>
          <p:spPr>
            <a:xfrm>
              <a:off x="818511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"/>
            <p:cNvSpPr/>
            <p:nvPr/>
          </p:nvSpPr>
          <p:spPr>
            <a:xfrm>
              <a:off x="818511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"/>
            <p:cNvSpPr/>
            <p:nvPr/>
          </p:nvSpPr>
          <p:spPr>
            <a:xfrm>
              <a:off x="818511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"/>
            <p:cNvSpPr/>
            <p:nvPr/>
          </p:nvSpPr>
          <p:spPr>
            <a:xfrm>
              <a:off x="818511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"/>
            <p:cNvSpPr/>
            <p:nvPr/>
          </p:nvSpPr>
          <p:spPr>
            <a:xfrm>
              <a:off x="818511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"/>
            <p:cNvSpPr/>
            <p:nvPr/>
          </p:nvSpPr>
          <p:spPr>
            <a:xfrm>
              <a:off x="818511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"/>
            <p:cNvSpPr/>
            <p:nvPr/>
          </p:nvSpPr>
          <p:spPr>
            <a:xfrm>
              <a:off x="818510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"/>
            <p:cNvSpPr/>
            <p:nvPr/>
          </p:nvSpPr>
          <p:spPr>
            <a:xfrm>
              <a:off x="818510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"/>
            <p:cNvSpPr/>
            <p:nvPr/>
          </p:nvSpPr>
          <p:spPr>
            <a:xfrm>
              <a:off x="843082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"/>
            <p:cNvSpPr/>
            <p:nvPr/>
          </p:nvSpPr>
          <p:spPr>
            <a:xfrm>
              <a:off x="843082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"/>
            <p:cNvSpPr/>
            <p:nvPr/>
          </p:nvSpPr>
          <p:spPr>
            <a:xfrm>
              <a:off x="843082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"/>
            <p:cNvSpPr/>
            <p:nvPr/>
          </p:nvSpPr>
          <p:spPr>
            <a:xfrm>
              <a:off x="843082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"/>
            <p:cNvSpPr/>
            <p:nvPr/>
          </p:nvSpPr>
          <p:spPr>
            <a:xfrm>
              <a:off x="843082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"/>
            <p:cNvSpPr/>
            <p:nvPr/>
          </p:nvSpPr>
          <p:spPr>
            <a:xfrm>
              <a:off x="843082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"/>
            <p:cNvSpPr/>
            <p:nvPr/>
          </p:nvSpPr>
          <p:spPr>
            <a:xfrm>
              <a:off x="843082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"/>
            <p:cNvSpPr/>
            <p:nvPr/>
          </p:nvSpPr>
          <p:spPr>
            <a:xfrm>
              <a:off x="843082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"/>
            <p:cNvSpPr/>
            <p:nvPr/>
          </p:nvSpPr>
          <p:spPr>
            <a:xfrm>
              <a:off x="843082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"/>
            <p:cNvSpPr/>
            <p:nvPr/>
          </p:nvSpPr>
          <p:spPr>
            <a:xfrm>
              <a:off x="843082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"/>
            <p:cNvSpPr/>
            <p:nvPr/>
          </p:nvSpPr>
          <p:spPr>
            <a:xfrm>
              <a:off x="843082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"/>
            <p:cNvSpPr/>
            <p:nvPr/>
          </p:nvSpPr>
          <p:spPr>
            <a:xfrm>
              <a:off x="843082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"/>
            <p:cNvSpPr/>
            <p:nvPr/>
          </p:nvSpPr>
          <p:spPr>
            <a:xfrm>
              <a:off x="843081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"/>
            <p:cNvSpPr/>
            <p:nvPr/>
          </p:nvSpPr>
          <p:spPr>
            <a:xfrm>
              <a:off x="843081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"/>
            <p:cNvSpPr/>
            <p:nvPr/>
          </p:nvSpPr>
          <p:spPr>
            <a:xfrm>
              <a:off x="843081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"/>
            <p:cNvSpPr/>
            <p:nvPr/>
          </p:nvSpPr>
          <p:spPr>
            <a:xfrm>
              <a:off x="843081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"/>
            <p:cNvSpPr/>
            <p:nvPr/>
          </p:nvSpPr>
          <p:spPr>
            <a:xfrm>
              <a:off x="843081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"/>
            <p:cNvSpPr/>
            <p:nvPr/>
          </p:nvSpPr>
          <p:spPr>
            <a:xfrm>
              <a:off x="843081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"/>
            <p:cNvSpPr/>
            <p:nvPr/>
          </p:nvSpPr>
          <p:spPr>
            <a:xfrm>
              <a:off x="843079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"/>
            <p:cNvSpPr/>
            <p:nvPr/>
          </p:nvSpPr>
          <p:spPr>
            <a:xfrm>
              <a:off x="843079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"/>
            <p:cNvSpPr/>
            <p:nvPr/>
          </p:nvSpPr>
          <p:spPr>
            <a:xfrm>
              <a:off x="867651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"/>
            <p:cNvSpPr/>
            <p:nvPr/>
          </p:nvSpPr>
          <p:spPr>
            <a:xfrm>
              <a:off x="867651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"/>
            <p:cNvSpPr/>
            <p:nvPr/>
          </p:nvSpPr>
          <p:spPr>
            <a:xfrm>
              <a:off x="867651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"/>
            <p:cNvSpPr/>
            <p:nvPr/>
          </p:nvSpPr>
          <p:spPr>
            <a:xfrm>
              <a:off x="867651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"/>
            <p:cNvSpPr/>
            <p:nvPr/>
          </p:nvSpPr>
          <p:spPr>
            <a:xfrm>
              <a:off x="867651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"/>
            <p:cNvSpPr/>
            <p:nvPr/>
          </p:nvSpPr>
          <p:spPr>
            <a:xfrm>
              <a:off x="867651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"/>
            <p:cNvSpPr/>
            <p:nvPr/>
          </p:nvSpPr>
          <p:spPr>
            <a:xfrm>
              <a:off x="867651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"/>
            <p:cNvSpPr/>
            <p:nvPr/>
          </p:nvSpPr>
          <p:spPr>
            <a:xfrm>
              <a:off x="867651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"/>
            <p:cNvSpPr/>
            <p:nvPr/>
          </p:nvSpPr>
          <p:spPr>
            <a:xfrm>
              <a:off x="867651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"/>
            <p:cNvSpPr/>
            <p:nvPr/>
          </p:nvSpPr>
          <p:spPr>
            <a:xfrm>
              <a:off x="867651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"/>
            <p:cNvSpPr/>
            <p:nvPr/>
          </p:nvSpPr>
          <p:spPr>
            <a:xfrm>
              <a:off x="867651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"/>
            <p:cNvSpPr/>
            <p:nvPr/>
          </p:nvSpPr>
          <p:spPr>
            <a:xfrm>
              <a:off x="867651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"/>
            <p:cNvSpPr/>
            <p:nvPr/>
          </p:nvSpPr>
          <p:spPr>
            <a:xfrm>
              <a:off x="867650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"/>
            <p:cNvSpPr/>
            <p:nvPr/>
          </p:nvSpPr>
          <p:spPr>
            <a:xfrm>
              <a:off x="867650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"/>
            <p:cNvSpPr/>
            <p:nvPr/>
          </p:nvSpPr>
          <p:spPr>
            <a:xfrm>
              <a:off x="867650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"/>
            <p:cNvSpPr/>
            <p:nvPr/>
          </p:nvSpPr>
          <p:spPr>
            <a:xfrm>
              <a:off x="867650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"/>
            <p:cNvSpPr/>
            <p:nvPr/>
          </p:nvSpPr>
          <p:spPr>
            <a:xfrm>
              <a:off x="867650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"/>
            <p:cNvSpPr/>
            <p:nvPr/>
          </p:nvSpPr>
          <p:spPr>
            <a:xfrm>
              <a:off x="867650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"/>
            <p:cNvSpPr/>
            <p:nvPr/>
          </p:nvSpPr>
          <p:spPr>
            <a:xfrm>
              <a:off x="867649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"/>
            <p:cNvSpPr/>
            <p:nvPr/>
          </p:nvSpPr>
          <p:spPr>
            <a:xfrm>
              <a:off x="867649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"/>
            <p:cNvSpPr/>
            <p:nvPr/>
          </p:nvSpPr>
          <p:spPr>
            <a:xfrm>
              <a:off x="89222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"/>
            <p:cNvSpPr/>
            <p:nvPr/>
          </p:nvSpPr>
          <p:spPr>
            <a:xfrm>
              <a:off x="89222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"/>
            <p:cNvSpPr/>
            <p:nvPr/>
          </p:nvSpPr>
          <p:spPr>
            <a:xfrm>
              <a:off x="89222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"/>
            <p:cNvSpPr/>
            <p:nvPr/>
          </p:nvSpPr>
          <p:spPr>
            <a:xfrm>
              <a:off x="89222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"/>
            <p:cNvSpPr/>
            <p:nvPr/>
          </p:nvSpPr>
          <p:spPr>
            <a:xfrm>
              <a:off x="89222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"/>
            <p:cNvSpPr/>
            <p:nvPr/>
          </p:nvSpPr>
          <p:spPr>
            <a:xfrm>
              <a:off x="89222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"/>
            <p:cNvSpPr/>
            <p:nvPr/>
          </p:nvSpPr>
          <p:spPr>
            <a:xfrm>
              <a:off x="89222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"/>
            <p:cNvSpPr/>
            <p:nvPr/>
          </p:nvSpPr>
          <p:spPr>
            <a:xfrm>
              <a:off x="89222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"/>
            <p:cNvSpPr/>
            <p:nvPr/>
          </p:nvSpPr>
          <p:spPr>
            <a:xfrm>
              <a:off x="89222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"/>
            <p:cNvSpPr/>
            <p:nvPr/>
          </p:nvSpPr>
          <p:spPr>
            <a:xfrm>
              <a:off x="89222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"/>
            <p:cNvSpPr/>
            <p:nvPr/>
          </p:nvSpPr>
          <p:spPr>
            <a:xfrm>
              <a:off x="89222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"/>
            <p:cNvSpPr/>
            <p:nvPr/>
          </p:nvSpPr>
          <p:spPr>
            <a:xfrm>
              <a:off x="89222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"/>
            <p:cNvSpPr/>
            <p:nvPr/>
          </p:nvSpPr>
          <p:spPr>
            <a:xfrm>
              <a:off x="89222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"/>
            <p:cNvSpPr/>
            <p:nvPr/>
          </p:nvSpPr>
          <p:spPr>
            <a:xfrm>
              <a:off x="89222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"/>
            <p:cNvSpPr/>
            <p:nvPr/>
          </p:nvSpPr>
          <p:spPr>
            <a:xfrm>
              <a:off x="89222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"/>
            <p:cNvSpPr/>
            <p:nvPr/>
          </p:nvSpPr>
          <p:spPr>
            <a:xfrm>
              <a:off x="89222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"/>
            <p:cNvSpPr/>
            <p:nvPr/>
          </p:nvSpPr>
          <p:spPr>
            <a:xfrm>
              <a:off x="89222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"/>
            <p:cNvSpPr/>
            <p:nvPr/>
          </p:nvSpPr>
          <p:spPr>
            <a:xfrm>
              <a:off x="89222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"/>
            <p:cNvSpPr/>
            <p:nvPr/>
          </p:nvSpPr>
          <p:spPr>
            <a:xfrm>
              <a:off x="89221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"/>
            <p:cNvSpPr/>
            <p:nvPr/>
          </p:nvSpPr>
          <p:spPr>
            <a:xfrm>
              <a:off x="89221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"/>
            <p:cNvSpPr/>
            <p:nvPr/>
          </p:nvSpPr>
          <p:spPr>
            <a:xfrm>
              <a:off x="2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"/>
            <p:cNvSpPr/>
            <p:nvPr/>
          </p:nvSpPr>
          <p:spPr>
            <a:xfrm>
              <a:off x="21763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"/>
            <p:cNvSpPr/>
            <p:nvPr/>
          </p:nvSpPr>
          <p:spPr>
            <a:xfrm>
              <a:off x="43523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"/>
            <p:cNvSpPr/>
            <p:nvPr/>
          </p:nvSpPr>
          <p:spPr>
            <a:xfrm>
              <a:off x="65284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"/>
            <p:cNvSpPr/>
            <p:nvPr/>
          </p:nvSpPr>
          <p:spPr>
            <a:xfrm>
              <a:off x="87044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"/>
            <p:cNvSpPr/>
            <p:nvPr/>
          </p:nvSpPr>
          <p:spPr>
            <a:xfrm>
              <a:off x="108805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"/>
            <p:cNvSpPr/>
            <p:nvPr/>
          </p:nvSpPr>
          <p:spPr>
            <a:xfrm>
              <a:off x="130566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"/>
            <p:cNvSpPr/>
            <p:nvPr/>
          </p:nvSpPr>
          <p:spPr>
            <a:xfrm>
              <a:off x="155135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"/>
            <p:cNvSpPr/>
            <p:nvPr/>
          </p:nvSpPr>
          <p:spPr>
            <a:xfrm>
              <a:off x="179705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"/>
            <p:cNvSpPr/>
            <p:nvPr/>
          </p:nvSpPr>
          <p:spPr>
            <a:xfrm>
              <a:off x="204274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"/>
            <p:cNvSpPr/>
            <p:nvPr/>
          </p:nvSpPr>
          <p:spPr>
            <a:xfrm>
              <a:off x="228844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"/>
            <p:cNvSpPr/>
            <p:nvPr/>
          </p:nvSpPr>
          <p:spPr>
            <a:xfrm>
              <a:off x="253413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"/>
            <p:cNvSpPr/>
            <p:nvPr/>
          </p:nvSpPr>
          <p:spPr>
            <a:xfrm>
              <a:off x="277983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"/>
            <p:cNvSpPr/>
            <p:nvPr/>
          </p:nvSpPr>
          <p:spPr>
            <a:xfrm>
              <a:off x="302552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"/>
            <p:cNvSpPr/>
            <p:nvPr/>
          </p:nvSpPr>
          <p:spPr>
            <a:xfrm>
              <a:off x="327122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"/>
            <p:cNvSpPr/>
            <p:nvPr/>
          </p:nvSpPr>
          <p:spPr>
            <a:xfrm>
              <a:off x="351691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"/>
            <p:cNvSpPr/>
            <p:nvPr/>
          </p:nvSpPr>
          <p:spPr>
            <a:xfrm>
              <a:off x="37626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"/>
            <p:cNvSpPr/>
            <p:nvPr/>
          </p:nvSpPr>
          <p:spPr>
            <a:xfrm>
              <a:off x="400830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"/>
            <p:cNvSpPr/>
            <p:nvPr/>
          </p:nvSpPr>
          <p:spPr>
            <a:xfrm>
              <a:off x="425400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"/>
            <p:cNvSpPr/>
            <p:nvPr/>
          </p:nvSpPr>
          <p:spPr>
            <a:xfrm>
              <a:off x="449969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"/>
            <p:cNvSpPr/>
            <p:nvPr/>
          </p:nvSpPr>
          <p:spPr>
            <a:xfrm>
              <a:off x="474539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"/>
            <p:cNvSpPr/>
            <p:nvPr/>
          </p:nvSpPr>
          <p:spPr>
            <a:xfrm>
              <a:off x="4991089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"/>
            <p:cNvSpPr/>
            <p:nvPr/>
          </p:nvSpPr>
          <p:spPr>
            <a:xfrm>
              <a:off x="523678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"/>
            <p:cNvSpPr/>
            <p:nvPr/>
          </p:nvSpPr>
          <p:spPr>
            <a:xfrm>
              <a:off x="5482479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"/>
            <p:cNvSpPr/>
            <p:nvPr/>
          </p:nvSpPr>
          <p:spPr>
            <a:xfrm>
              <a:off x="572817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"/>
            <p:cNvSpPr/>
            <p:nvPr/>
          </p:nvSpPr>
          <p:spPr>
            <a:xfrm>
              <a:off x="597387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"/>
            <p:cNvSpPr/>
            <p:nvPr/>
          </p:nvSpPr>
          <p:spPr>
            <a:xfrm>
              <a:off x="621956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"/>
            <p:cNvSpPr/>
            <p:nvPr/>
          </p:nvSpPr>
          <p:spPr>
            <a:xfrm>
              <a:off x="646526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"/>
            <p:cNvSpPr/>
            <p:nvPr/>
          </p:nvSpPr>
          <p:spPr>
            <a:xfrm>
              <a:off x="671095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"/>
            <p:cNvSpPr/>
            <p:nvPr/>
          </p:nvSpPr>
          <p:spPr>
            <a:xfrm>
              <a:off x="695665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"/>
            <p:cNvSpPr/>
            <p:nvPr/>
          </p:nvSpPr>
          <p:spPr>
            <a:xfrm>
              <a:off x="720234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"/>
            <p:cNvSpPr/>
            <p:nvPr/>
          </p:nvSpPr>
          <p:spPr>
            <a:xfrm>
              <a:off x="744804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"/>
            <p:cNvSpPr/>
            <p:nvPr/>
          </p:nvSpPr>
          <p:spPr>
            <a:xfrm>
              <a:off x="769373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"/>
            <p:cNvSpPr/>
            <p:nvPr/>
          </p:nvSpPr>
          <p:spPr>
            <a:xfrm>
              <a:off x="793943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"/>
            <p:cNvSpPr/>
            <p:nvPr/>
          </p:nvSpPr>
          <p:spPr>
            <a:xfrm>
              <a:off x="818512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"/>
            <p:cNvSpPr/>
            <p:nvPr/>
          </p:nvSpPr>
          <p:spPr>
            <a:xfrm>
              <a:off x="843082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"/>
            <p:cNvSpPr/>
            <p:nvPr/>
          </p:nvSpPr>
          <p:spPr>
            <a:xfrm>
              <a:off x="867651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"/>
            <p:cNvSpPr/>
            <p:nvPr/>
          </p:nvSpPr>
          <p:spPr>
            <a:xfrm>
              <a:off x="89222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"/>
            <p:cNvSpPr/>
            <p:nvPr/>
          </p:nvSpPr>
          <p:spPr>
            <a:xfrm>
              <a:off x="91679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"/>
            <p:cNvSpPr/>
            <p:nvPr/>
          </p:nvSpPr>
          <p:spPr>
            <a:xfrm>
              <a:off x="91679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"/>
            <p:cNvSpPr/>
            <p:nvPr/>
          </p:nvSpPr>
          <p:spPr>
            <a:xfrm>
              <a:off x="91679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"/>
            <p:cNvSpPr/>
            <p:nvPr/>
          </p:nvSpPr>
          <p:spPr>
            <a:xfrm>
              <a:off x="91679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"/>
            <p:cNvSpPr/>
            <p:nvPr/>
          </p:nvSpPr>
          <p:spPr>
            <a:xfrm>
              <a:off x="91679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"/>
            <p:cNvSpPr/>
            <p:nvPr/>
          </p:nvSpPr>
          <p:spPr>
            <a:xfrm>
              <a:off x="91679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"/>
            <p:cNvSpPr/>
            <p:nvPr/>
          </p:nvSpPr>
          <p:spPr>
            <a:xfrm>
              <a:off x="91679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"/>
            <p:cNvSpPr/>
            <p:nvPr/>
          </p:nvSpPr>
          <p:spPr>
            <a:xfrm>
              <a:off x="91679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"/>
            <p:cNvSpPr/>
            <p:nvPr/>
          </p:nvSpPr>
          <p:spPr>
            <a:xfrm>
              <a:off x="91679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"/>
            <p:cNvSpPr/>
            <p:nvPr/>
          </p:nvSpPr>
          <p:spPr>
            <a:xfrm>
              <a:off x="91679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"/>
            <p:cNvSpPr/>
            <p:nvPr/>
          </p:nvSpPr>
          <p:spPr>
            <a:xfrm>
              <a:off x="91679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"/>
            <p:cNvSpPr/>
            <p:nvPr/>
          </p:nvSpPr>
          <p:spPr>
            <a:xfrm>
              <a:off x="91679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"/>
            <p:cNvSpPr/>
            <p:nvPr/>
          </p:nvSpPr>
          <p:spPr>
            <a:xfrm>
              <a:off x="91679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"/>
            <p:cNvSpPr/>
            <p:nvPr/>
          </p:nvSpPr>
          <p:spPr>
            <a:xfrm>
              <a:off x="91679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"/>
            <p:cNvSpPr/>
            <p:nvPr/>
          </p:nvSpPr>
          <p:spPr>
            <a:xfrm>
              <a:off x="91679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"/>
            <p:cNvSpPr/>
            <p:nvPr/>
          </p:nvSpPr>
          <p:spPr>
            <a:xfrm>
              <a:off x="91679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"/>
            <p:cNvSpPr/>
            <p:nvPr/>
          </p:nvSpPr>
          <p:spPr>
            <a:xfrm>
              <a:off x="91679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"/>
            <p:cNvSpPr/>
            <p:nvPr/>
          </p:nvSpPr>
          <p:spPr>
            <a:xfrm>
              <a:off x="91679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"/>
            <p:cNvSpPr/>
            <p:nvPr/>
          </p:nvSpPr>
          <p:spPr>
            <a:xfrm>
              <a:off x="91678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"/>
            <p:cNvSpPr/>
            <p:nvPr/>
          </p:nvSpPr>
          <p:spPr>
            <a:xfrm>
              <a:off x="91678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"/>
            <p:cNvSpPr/>
            <p:nvPr/>
          </p:nvSpPr>
          <p:spPr>
            <a:xfrm>
              <a:off x="91679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2"/>
          <p:cNvGrpSpPr/>
          <p:nvPr/>
        </p:nvGrpSpPr>
        <p:grpSpPr>
          <a:xfrm>
            <a:off x="235650" y="204150"/>
            <a:ext cx="8683925" cy="4735200"/>
            <a:chOff x="235650" y="204150"/>
            <a:chExt cx="8683925" cy="4735200"/>
          </a:xfrm>
        </p:grpSpPr>
        <p:sp>
          <p:nvSpPr>
            <p:cNvPr id="830" name="Google Shape;830;p2"/>
            <p:cNvSpPr/>
            <p:nvPr/>
          </p:nvSpPr>
          <p:spPr>
            <a:xfrm>
              <a:off x="235650" y="204150"/>
              <a:ext cx="8672700" cy="4735200"/>
            </a:xfrm>
            <a:prstGeom prst="roundRect">
              <a:avLst>
                <a:gd name="adj" fmla="val 3441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31" name="Google Shape;831;p2"/>
            <p:cNvCxnSpPr/>
            <p:nvPr/>
          </p:nvCxnSpPr>
          <p:spPr>
            <a:xfrm>
              <a:off x="240875" y="543800"/>
              <a:ext cx="8678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32" name="Google Shape;832;p2"/>
            <p:cNvSpPr/>
            <p:nvPr/>
          </p:nvSpPr>
          <p:spPr>
            <a:xfrm>
              <a:off x="37842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"/>
            <p:cNvSpPr/>
            <p:nvPr/>
          </p:nvSpPr>
          <p:spPr>
            <a:xfrm>
              <a:off x="68307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"/>
            <p:cNvSpPr/>
            <p:nvPr/>
          </p:nvSpPr>
          <p:spPr>
            <a:xfrm>
              <a:off x="98772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5" name="Google Shape;835;p2"/>
          <p:cNvSpPr txBox="1">
            <a:spLocks noGrp="1"/>
          </p:cNvSpPr>
          <p:nvPr>
            <p:ph type="ctrTitle"/>
          </p:nvPr>
        </p:nvSpPr>
        <p:spPr>
          <a:xfrm>
            <a:off x="2420800" y="1542275"/>
            <a:ext cx="4587900" cy="173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836" name="Google Shape;836;p2"/>
          <p:cNvSpPr txBox="1">
            <a:spLocks noGrp="1"/>
          </p:cNvSpPr>
          <p:nvPr>
            <p:ph type="subTitle" idx="1"/>
          </p:nvPr>
        </p:nvSpPr>
        <p:spPr>
          <a:xfrm>
            <a:off x="2420950" y="3315425"/>
            <a:ext cx="4587900" cy="403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8" name="Google Shape;838;p3"/>
          <p:cNvGrpSpPr/>
          <p:nvPr/>
        </p:nvGrpSpPr>
        <p:grpSpPr>
          <a:xfrm>
            <a:off x="38150" y="35427"/>
            <a:ext cx="9067465" cy="5072518"/>
            <a:chOff x="0" y="-63776"/>
            <a:chExt cx="9309513" cy="5207389"/>
          </a:xfrm>
        </p:grpSpPr>
        <p:sp>
          <p:nvSpPr>
            <p:cNvPr id="839" name="Google Shape;839;p3"/>
            <p:cNvSpPr/>
            <p:nvPr/>
          </p:nvSpPr>
          <p:spPr>
            <a:xfrm>
              <a:off x="2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2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2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2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2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2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2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2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2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2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2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2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1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1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1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1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1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1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21763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21763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21763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21763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21763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21763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21763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21763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21763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21763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21763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21763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21761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21761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21761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21761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21761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21761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21760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21760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43523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43523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43523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43523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43523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43523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43523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43523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43523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43523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43523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43523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4352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4352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4352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4352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4352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4352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4352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4352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65284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65284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65284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65284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65284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65284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65284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65284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65284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65284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65284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65284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65283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65283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65283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65283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65283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65283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65281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65281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87044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87044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87044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87044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87044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87044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87044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87044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87044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"/>
            <p:cNvSpPr/>
            <p:nvPr/>
          </p:nvSpPr>
          <p:spPr>
            <a:xfrm>
              <a:off x="87044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"/>
            <p:cNvSpPr/>
            <p:nvPr/>
          </p:nvSpPr>
          <p:spPr>
            <a:xfrm>
              <a:off x="87044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87044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87043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87043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87043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87043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87043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87043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87042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87042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108805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"/>
            <p:cNvSpPr/>
            <p:nvPr/>
          </p:nvSpPr>
          <p:spPr>
            <a:xfrm>
              <a:off x="108805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"/>
            <p:cNvSpPr/>
            <p:nvPr/>
          </p:nvSpPr>
          <p:spPr>
            <a:xfrm>
              <a:off x="108805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108805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108805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108805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108805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108805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108805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108805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108805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108805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108804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108804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108804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108804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108804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108804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"/>
            <p:cNvSpPr/>
            <p:nvPr/>
          </p:nvSpPr>
          <p:spPr>
            <a:xfrm>
              <a:off x="108802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"/>
            <p:cNvSpPr/>
            <p:nvPr/>
          </p:nvSpPr>
          <p:spPr>
            <a:xfrm>
              <a:off x="108802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130566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130566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130566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130566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130566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130566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130566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130566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130566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130566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130566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130566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130564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130564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130564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130564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130564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130564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130563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130563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155135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155135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155135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155135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155135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"/>
            <p:cNvSpPr/>
            <p:nvPr/>
          </p:nvSpPr>
          <p:spPr>
            <a:xfrm>
              <a:off x="155135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"/>
            <p:cNvSpPr/>
            <p:nvPr/>
          </p:nvSpPr>
          <p:spPr>
            <a:xfrm>
              <a:off x="155135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"/>
            <p:cNvSpPr/>
            <p:nvPr/>
          </p:nvSpPr>
          <p:spPr>
            <a:xfrm>
              <a:off x="155135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"/>
            <p:cNvSpPr/>
            <p:nvPr/>
          </p:nvSpPr>
          <p:spPr>
            <a:xfrm>
              <a:off x="155135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"/>
            <p:cNvSpPr/>
            <p:nvPr/>
          </p:nvSpPr>
          <p:spPr>
            <a:xfrm>
              <a:off x="155135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"/>
            <p:cNvSpPr/>
            <p:nvPr/>
          </p:nvSpPr>
          <p:spPr>
            <a:xfrm>
              <a:off x="155135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"/>
            <p:cNvSpPr/>
            <p:nvPr/>
          </p:nvSpPr>
          <p:spPr>
            <a:xfrm>
              <a:off x="155135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"/>
            <p:cNvSpPr/>
            <p:nvPr/>
          </p:nvSpPr>
          <p:spPr>
            <a:xfrm>
              <a:off x="155134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"/>
            <p:cNvSpPr/>
            <p:nvPr/>
          </p:nvSpPr>
          <p:spPr>
            <a:xfrm>
              <a:off x="155134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"/>
            <p:cNvSpPr/>
            <p:nvPr/>
          </p:nvSpPr>
          <p:spPr>
            <a:xfrm>
              <a:off x="155134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"/>
            <p:cNvSpPr/>
            <p:nvPr/>
          </p:nvSpPr>
          <p:spPr>
            <a:xfrm>
              <a:off x="155134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"/>
            <p:cNvSpPr/>
            <p:nvPr/>
          </p:nvSpPr>
          <p:spPr>
            <a:xfrm>
              <a:off x="155134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"/>
            <p:cNvSpPr/>
            <p:nvPr/>
          </p:nvSpPr>
          <p:spPr>
            <a:xfrm>
              <a:off x="155134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"/>
            <p:cNvSpPr/>
            <p:nvPr/>
          </p:nvSpPr>
          <p:spPr>
            <a:xfrm>
              <a:off x="155133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"/>
            <p:cNvSpPr/>
            <p:nvPr/>
          </p:nvSpPr>
          <p:spPr>
            <a:xfrm>
              <a:off x="155133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"/>
            <p:cNvSpPr/>
            <p:nvPr/>
          </p:nvSpPr>
          <p:spPr>
            <a:xfrm>
              <a:off x="179705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"/>
            <p:cNvSpPr/>
            <p:nvPr/>
          </p:nvSpPr>
          <p:spPr>
            <a:xfrm>
              <a:off x="179705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"/>
            <p:cNvSpPr/>
            <p:nvPr/>
          </p:nvSpPr>
          <p:spPr>
            <a:xfrm>
              <a:off x="179705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"/>
            <p:cNvSpPr/>
            <p:nvPr/>
          </p:nvSpPr>
          <p:spPr>
            <a:xfrm>
              <a:off x="179705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"/>
            <p:cNvSpPr/>
            <p:nvPr/>
          </p:nvSpPr>
          <p:spPr>
            <a:xfrm>
              <a:off x="179705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"/>
            <p:cNvSpPr/>
            <p:nvPr/>
          </p:nvSpPr>
          <p:spPr>
            <a:xfrm>
              <a:off x="179705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"/>
            <p:cNvSpPr/>
            <p:nvPr/>
          </p:nvSpPr>
          <p:spPr>
            <a:xfrm>
              <a:off x="179705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"/>
            <p:cNvSpPr/>
            <p:nvPr/>
          </p:nvSpPr>
          <p:spPr>
            <a:xfrm>
              <a:off x="179705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"/>
            <p:cNvSpPr/>
            <p:nvPr/>
          </p:nvSpPr>
          <p:spPr>
            <a:xfrm>
              <a:off x="179705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"/>
            <p:cNvSpPr/>
            <p:nvPr/>
          </p:nvSpPr>
          <p:spPr>
            <a:xfrm>
              <a:off x="179705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"/>
            <p:cNvSpPr/>
            <p:nvPr/>
          </p:nvSpPr>
          <p:spPr>
            <a:xfrm>
              <a:off x="179705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"/>
            <p:cNvSpPr/>
            <p:nvPr/>
          </p:nvSpPr>
          <p:spPr>
            <a:xfrm>
              <a:off x="179705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"/>
            <p:cNvSpPr/>
            <p:nvPr/>
          </p:nvSpPr>
          <p:spPr>
            <a:xfrm>
              <a:off x="179703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"/>
            <p:cNvSpPr/>
            <p:nvPr/>
          </p:nvSpPr>
          <p:spPr>
            <a:xfrm>
              <a:off x="179703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"/>
            <p:cNvSpPr/>
            <p:nvPr/>
          </p:nvSpPr>
          <p:spPr>
            <a:xfrm>
              <a:off x="179703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"/>
            <p:cNvSpPr/>
            <p:nvPr/>
          </p:nvSpPr>
          <p:spPr>
            <a:xfrm>
              <a:off x="179703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"/>
            <p:cNvSpPr/>
            <p:nvPr/>
          </p:nvSpPr>
          <p:spPr>
            <a:xfrm>
              <a:off x="179703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"/>
            <p:cNvSpPr/>
            <p:nvPr/>
          </p:nvSpPr>
          <p:spPr>
            <a:xfrm>
              <a:off x="179703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"/>
            <p:cNvSpPr/>
            <p:nvPr/>
          </p:nvSpPr>
          <p:spPr>
            <a:xfrm>
              <a:off x="179702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"/>
            <p:cNvSpPr/>
            <p:nvPr/>
          </p:nvSpPr>
          <p:spPr>
            <a:xfrm>
              <a:off x="179702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"/>
            <p:cNvSpPr/>
            <p:nvPr/>
          </p:nvSpPr>
          <p:spPr>
            <a:xfrm>
              <a:off x="204274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"/>
            <p:cNvSpPr/>
            <p:nvPr/>
          </p:nvSpPr>
          <p:spPr>
            <a:xfrm>
              <a:off x="204274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"/>
            <p:cNvSpPr/>
            <p:nvPr/>
          </p:nvSpPr>
          <p:spPr>
            <a:xfrm>
              <a:off x="204274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"/>
            <p:cNvSpPr/>
            <p:nvPr/>
          </p:nvSpPr>
          <p:spPr>
            <a:xfrm>
              <a:off x="204274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"/>
            <p:cNvSpPr/>
            <p:nvPr/>
          </p:nvSpPr>
          <p:spPr>
            <a:xfrm>
              <a:off x="204274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"/>
            <p:cNvSpPr/>
            <p:nvPr/>
          </p:nvSpPr>
          <p:spPr>
            <a:xfrm>
              <a:off x="204274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"/>
            <p:cNvSpPr/>
            <p:nvPr/>
          </p:nvSpPr>
          <p:spPr>
            <a:xfrm>
              <a:off x="204274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"/>
            <p:cNvSpPr/>
            <p:nvPr/>
          </p:nvSpPr>
          <p:spPr>
            <a:xfrm>
              <a:off x="204274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"/>
            <p:cNvSpPr/>
            <p:nvPr/>
          </p:nvSpPr>
          <p:spPr>
            <a:xfrm>
              <a:off x="204274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"/>
            <p:cNvSpPr/>
            <p:nvPr/>
          </p:nvSpPr>
          <p:spPr>
            <a:xfrm>
              <a:off x="204274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"/>
            <p:cNvSpPr/>
            <p:nvPr/>
          </p:nvSpPr>
          <p:spPr>
            <a:xfrm>
              <a:off x="204274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"/>
            <p:cNvSpPr/>
            <p:nvPr/>
          </p:nvSpPr>
          <p:spPr>
            <a:xfrm>
              <a:off x="204274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"/>
            <p:cNvSpPr/>
            <p:nvPr/>
          </p:nvSpPr>
          <p:spPr>
            <a:xfrm>
              <a:off x="204273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"/>
            <p:cNvSpPr/>
            <p:nvPr/>
          </p:nvSpPr>
          <p:spPr>
            <a:xfrm>
              <a:off x="204273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"/>
            <p:cNvSpPr/>
            <p:nvPr/>
          </p:nvSpPr>
          <p:spPr>
            <a:xfrm>
              <a:off x="204273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"/>
            <p:cNvSpPr/>
            <p:nvPr/>
          </p:nvSpPr>
          <p:spPr>
            <a:xfrm>
              <a:off x="204273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"/>
            <p:cNvSpPr/>
            <p:nvPr/>
          </p:nvSpPr>
          <p:spPr>
            <a:xfrm>
              <a:off x="204273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"/>
            <p:cNvSpPr/>
            <p:nvPr/>
          </p:nvSpPr>
          <p:spPr>
            <a:xfrm>
              <a:off x="204273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"/>
            <p:cNvSpPr/>
            <p:nvPr/>
          </p:nvSpPr>
          <p:spPr>
            <a:xfrm>
              <a:off x="204272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"/>
            <p:cNvSpPr/>
            <p:nvPr/>
          </p:nvSpPr>
          <p:spPr>
            <a:xfrm>
              <a:off x="204272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"/>
            <p:cNvSpPr/>
            <p:nvPr/>
          </p:nvSpPr>
          <p:spPr>
            <a:xfrm>
              <a:off x="228844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"/>
            <p:cNvSpPr/>
            <p:nvPr/>
          </p:nvSpPr>
          <p:spPr>
            <a:xfrm>
              <a:off x="228844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"/>
            <p:cNvSpPr/>
            <p:nvPr/>
          </p:nvSpPr>
          <p:spPr>
            <a:xfrm>
              <a:off x="228844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"/>
            <p:cNvSpPr/>
            <p:nvPr/>
          </p:nvSpPr>
          <p:spPr>
            <a:xfrm>
              <a:off x="228844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"/>
            <p:cNvSpPr/>
            <p:nvPr/>
          </p:nvSpPr>
          <p:spPr>
            <a:xfrm>
              <a:off x="228844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"/>
            <p:cNvSpPr/>
            <p:nvPr/>
          </p:nvSpPr>
          <p:spPr>
            <a:xfrm>
              <a:off x="228844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"/>
            <p:cNvSpPr/>
            <p:nvPr/>
          </p:nvSpPr>
          <p:spPr>
            <a:xfrm>
              <a:off x="228844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"/>
            <p:cNvSpPr/>
            <p:nvPr/>
          </p:nvSpPr>
          <p:spPr>
            <a:xfrm>
              <a:off x="228844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"/>
            <p:cNvSpPr/>
            <p:nvPr/>
          </p:nvSpPr>
          <p:spPr>
            <a:xfrm>
              <a:off x="228844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"/>
            <p:cNvSpPr/>
            <p:nvPr/>
          </p:nvSpPr>
          <p:spPr>
            <a:xfrm>
              <a:off x="228844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"/>
            <p:cNvSpPr/>
            <p:nvPr/>
          </p:nvSpPr>
          <p:spPr>
            <a:xfrm>
              <a:off x="228844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"/>
            <p:cNvSpPr/>
            <p:nvPr/>
          </p:nvSpPr>
          <p:spPr>
            <a:xfrm>
              <a:off x="228844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"/>
            <p:cNvSpPr/>
            <p:nvPr/>
          </p:nvSpPr>
          <p:spPr>
            <a:xfrm>
              <a:off x="228842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"/>
            <p:cNvSpPr/>
            <p:nvPr/>
          </p:nvSpPr>
          <p:spPr>
            <a:xfrm>
              <a:off x="228842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"/>
            <p:cNvSpPr/>
            <p:nvPr/>
          </p:nvSpPr>
          <p:spPr>
            <a:xfrm>
              <a:off x="228842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"/>
            <p:cNvSpPr/>
            <p:nvPr/>
          </p:nvSpPr>
          <p:spPr>
            <a:xfrm>
              <a:off x="228842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"/>
            <p:cNvSpPr/>
            <p:nvPr/>
          </p:nvSpPr>
          <p:spPr>
            <a:xfrm>
              <a:off x="228842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"/>
            <p:cNvSpPr/>
            <p:nvPr/>
          </p:nvSpPr>
          <p:spPr>
            <a:xfrm>
              <a:off x="228842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"/>
            <p:cNvSpPr/>
            <p:nvPr/>
          </p:nvSpPr>
          <p:spPr>
            <a:xfrm>
              <a:off x="228841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"/>
            <p:cNvSpPr/>
            <p:nvPr/>
          </p:nvSpPr>
          <p:spPr>
            <a:xfrm>
              <a:off x="228841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"/>
            <p:cNvSpPr/>
            <p:nvPr/>
          </p:nvSpPr>
          <p:spPr>
            <a:xfrm>
              <a:off x="253413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"/>
            <p:cNvSpPr/>
            <p:nvPr/>
          </p:nvSpPr>
          <p:spPr>
            <a:xfrm>
              <a:off x="253413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"/>
            <p:cNvSpPr/>
            <p:nvPr/>
          </p:nvSpPr>
          <p:spPr>
            <a:xfrm>
              <a:off x="253413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"/>
            <p:cNvSpPr/>
            <p:nvPr/>
          </p:nvSpPr>
          <p:spPr>
            <a:xfrm>
              <a:off x="253413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"/>
            <p:cNvSpPr/>
            <p:nvPr/>
          </p:nvSpPr>
          <p:spPr>
            <a:xfrm>
              <a:off x="253413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"/>
            <p:cNvSpPr/>
            <p:nvPr/>
          </p:nvSpPr>
          <p:spPr>
            <a:xfrm>
              <a:off x="253413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"/>
            <p:cNvSpPr/>
            <p:nvPr/>
          </p:nvSpPr>
          <p:spPr>
            <a:xfrm>
              <a:off x="253413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"/>
            <p:cNvSpPr/>
            <p:nvPr/>
          </p:nvSpPr>
          <p:spPr>
            <a:xfrm>
              <a:off x="253413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"/>
            <p:cNvSpPr/>
            <p:nvPr/>
          </p:nvSpPr>
          <p:spPr>
            <a:xfrm>
              <a:off x="253413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"/>
            <p:cNvSpPr/>
            <p:nvPr/>
          </p:nvSpPr>
          <p:spPr>
            <a:xfrm>
              <a:off x="253413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"/>
            <p:cNvSpPr/>
            <p:nvPr/>
          </p:nvSpPr>
          <p:spPr>
            <a:xfrm>
              <a:off x="253413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"/>
            <p:cNvSpPr/>
            <p:nvPr/>
          </p:nvSpPr>
          <p:spPr>
            <a:xfrm>
              <a:off x="253413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"/>
            <p:cNvSpPr/>
            <p:nvPr/>
          </p:nvSpPr>
          <p:spPr>
            <a:xfrm>
              <a:off x="25341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"/>
            <p:cNvSpPr/>
            <p:nvPr/>
          </p:nvSpPr>
          <p:spPr>
            <a:xfrm>
              <a:off x="25341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"/>
            <p:cNvSpPr/>
            <p:nvPr/>
          </p:nvSpPr>
          <p:spPr>
            <a:xfrm>
              <a:off x="25341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"/>
            <p:cNvSpPr/>
            <p:nvPr/>
          </p:nvSpPr>
          <p:spPr>
            <a:xfrm>
              <a:off x="25341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"/>
            <p:cNvSpPr/>
            <p:nvPr/>
          </p:nvSpPr>
          <p:spPr>
            <a:xfrm>
              <a:off x="25341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"/>
            <p:cNvSpPr/>
            <p:nvPr/>
          </p:nvSpPr>
          <p:spPr>
            <a:xfrm>
              <a:off x="25341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"/>
            <p:cNvSpPr/>
            <p:nvPr/>
          </p:nvSpPr>
          <p:spPr>
            <a:xfrm>
              <a:off x="25341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"/>
            <p:cNvSpPr/>
            <p:nvPr/>
          </p:nvSpPr>
          <p:spPr>
            <a:xfrm>
              <a:off x="25341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"/>
            <p:cNvSpPr/>
            <p:nvPr/>
          </p:nvSpPr>
          <p:spPr>
            <a:xfrm>
              <a:off x="277983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"/>
            <p:cNvSpPr/>
            <p:nvPr/>
          </p:nvSpPr>
          <p:spPr>
            <a:xfrm>
              <a:off x="277983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"/>
            <p:cNvSpPr/>
            <p:nvPr/>
          </p:nvSpPr>
          <p:spPr>
            <a:xfrm>
              <a:off x="277983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"/>
            <p:cNvSpPr/>
            <p:nvPr/>
          </p:nvSpPr>
          <p:spPr>
            <a:xfrm>
              <a:off x="277983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"/>
            <p:cNvSpPr/>
            <p:nvPr/>
          </p:nvSpPr>
          <p:spPr>
            <a:xfrm>
              <a:off x="277983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"/>
            <p:cNvSpPr/>
            <p:nvPr/>
          </p:nvSpPr>
          <p:spPr>
            <a:xfrm>
              <a:off x="277983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"/>
            <p:cNvSpPr/>
            <p:nvPr/>
          </p:nvSpPr>
          <p:spPr>
            <a:xfrm>
              <a:off x="277983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"/>
            <p:cNvSpPr/>
            <p:nvPr/>
          </p:nvSpPr>
          <p:spPr>
            <a:xfrm>
              <a:off x="277983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"/>
            <p:cNvSpPr/>
            <p:nvPr/>
          </p:nvSpPr>
          <p:spPr>
            <a:xfrm>
              <a:off x="277983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"/>
            <p:cNvSpPr/>
            <p:nvPr/>
          </p:nvSpPr>
          <p:spPr>
            <a:xfrm>
              <a:off x="277983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"/>
            <p:cNvSpPr/>
            <p:nvPr/>
          </p:nvSpPr>
          <p:spPr>
            <a:xfrm>
              <a:off x="277983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"/>
            <p:cNvSpPr/>
            <p:nvPr/>
          </p:nvSpPr>
          <p:spPr>
            <a:xfrm>
              <a:off x="277983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"/>
            <p:cNvSpPr/>
            <p:nvPr/>
          </p:nvSpPr>
          <p:spPr>
            <a:xfrm>
              <a:off x="277981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"/>
            <p:cNvSpPr/>
            <p:nvPr/>
          </p:nvSpPr>
          <p:spPr>
            <a:xfrm>
              <a:off x="277981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"/>
            <p:cNvSpPr/>
            <p:nvPr/>
          </p:nvSpPr>
          <p:spPr>
            <a:xfrm>
              <a:off x="277981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"/>
            <p:cNvSpPr/>
            <p:nvPr/>
          </p:nvSpPr>
          <p:spPr>
            <a:xfrm>
              <a:off x="277981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"/>
            <p:cNvSpPr/>
            <p:nvPr/>
          </p:nvSpPr>
          <p:spPr>
            <a:xfrm>
              <a:off x="277981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"/>
            <p:cNvSpPr/>
            <p:nvPr/>
          </p:nvSpPr>
          <p:spPr>
            <a:xfrm>
              <a:off x="277981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"/>
            <p:cNvSpPr/>
            <p:nvPr/>
          </p:nvSpPr>
          <p:spPr>
            <a:xfrm>
              <a:off x="277980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"/>
            <p:cNvSpPr/>
            <p:nvPr/>
          </p:nvSpPr>
          <p:spPr>
            <a:xfrm>
              <a:off x="277980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"/>
            <p:cNvSpPr/>
            <p:nvPr/>
          </p:nvSpPr>
          <p:spPr>
            <a:xfrm>
              <a:off x="302552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"/>
            <p:cNvSpPr/>
            <p:nvPr/>
          </p:nvSpPr>
          <p:spPr>
            <a:xfrm>
              <a:off x="302552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"/>
            <p:cNvSpPr/>
            <p:nvPr/>
          </p:nvSpPr>
          <p:spPr>
            <a:xfrm>
              <a:off x="302552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"/>
            <p:cNvSpPr/>
            <p:nvPr/>
          </p:nvSpPr>
          <p:spPr>
            <a:xfrm>
              <a:off x="302552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"/>
            <p:cNvSpPr/>
            <p:nvPr/>
          </p:nvSpPr>
          <p:spPr>
            <a:xfrm>
              <a:off x="302552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"/>
            <p:cNvSpPr/>
            <p:nvPr/>
          </p:nvSpPr>
          <p:spPr>
            <a:xfrm>
              <a:off x="302552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"/>
            <p:cNvSpPr/>
            <p:nvPr/>
          </p:nvSpPr>
          <p:spPr>
            <a:xfrm>
              <a:off x="302552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"/>
            <p:cNvSpPr/>
            <p:nvPr/>
          </p:nvSpPr>
          <p:spPr>
            <a:xfrm>
              <a:off x="302552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"/>
            <p:cNvSpPr/>
            <p:nvPr/>
          </p:nvSpPr>
          <p:spPr>
            <a:xfrm>
              <a:off x="302552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"/>
            <p:cNvSpPr/>
            <p:nvPr/>
          </p:nvSpPr>
          <p:spPr>
            <a:xfrm>
              <a:off x="302552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"/>
            <p:cNvSpPr/>
            <p:nvPr/>
          </p:nvSpPr>
          <p:spPr>
            <a:xfrm>
              <a:off x="302552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"/>
            <p:cNvSpPr/>
            <p:nvPr/>
          </p:nvSpPr>
          <p:spPr>
            <a:xfrm>
              <a:off x="302552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"/>
            <p:cNvSpPr/>
            <p:nvPr/>
          </p:nvSpPr>
          <p:spPr>
            <a:xfrm>
              <a:off x="302551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"/>
            <p:cNvSpPr/>
            <p:nvPr/>
          </p:nvSpPr>
          <p:spPr>
            <a:xfrm>
              <a:off x="302551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"/>
            <p:cNvSpPr/>
            <p:nvPr/>
          </p:nvSpPr>
          <p:spPr>
            <a:xfrm>
              <a:off x="302551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"/>
            <p:cNvSpPr/>
            <p:nvPr/>
          </p:nvSpPr>
          <p:spPr>
            <a:xfrm>
              <a:off x="302551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"/>
            <p:cNvSpPr/>
            <p:nvPr/>
          </p:nvSpPr>
          <p:spPr>
            <a:xfrm>
              <a:off x="302551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"/>
            <p:cNvSpPr/>
            <p:nvPr/>
          </p:nvSpPr>
          <p:spPr>
            <a:xfrm>
              <a:off x="302551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"/>
            <p:cNvSpPr/>
            <p:nvPr/>
          </p:nvSpPr>
          <p:spPr>
            <a:xfrm>
              <a:off x="302550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"/>
            <p:cNvSpPr/>
            <p:nvPr/>
          </p:nvSpPr>
          <p:spPr>
            <a:xfrm>
              <a:off x="302550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"/>
            <p:cNvSpPr/>
            <p:nvPr/>
          </p:nvSpPr>
          <p:spPr>
            <a:xfrm>
              <a:off x="327122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"/>
            <p:cNvSpPr/>
            <p:nvPr/>
          </p:nvSpPr>
          <p:spPr>
            <a:xfrm>
              <a:off x="327122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"/>
            <p:cNvSpPr/>
            <p:nvPr/>
          </p:nvSpPr>
          <p:spPr>
            <a:xfrm>
              <a:off x="327122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"/>
            <p:cNvSpPr/>
            <p:nvPr/>
          </p:nvSpPr>
          <p:spPr>
            <a:xfrm>
              <a:off x="327122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"/>
            <p:cNvSpPr/>
            <p:nvPr/>
          </p:nvSpPr>
          <p:spPr>
            <a:xfrm>
              <a:off x="327122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"/>
            <p:cNvSpPr/>
            <p:nvPr/>
          </p:nvSpPr>
          <p:spPr>
            <a:xfrm>
              <a:off x="327122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"/>
            <p:cNvSpPr/>
            <p:nvPr/>
          </p:nvSpPr>
          <p:spPr>
            <a:xfrm>
              <a:off x="327122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"/>
            <p:cNvSpPr/>
            <p:nvPr/>
          </p:nvSpPr>
          <p:spPr>
            <a:xfrm>
              <a:off x="327122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"/>
            <p:cNvSpPr/>
            <p:nvPr/>
          </p:nvSpPr>
          <p:spPr>
            <a:xfrm>
              <a:off x="327122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"/>
            <p:cNvSpPr/>
            <p:nvPr/>
          </p:nvSpPr>
          <p:spPr>
            <a:xfrm>
              <a:off x="327122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"/>
            <p:cNvSpPr/>
            <p:nvPr/>
          </p:nvSpPr>
          <p:spPr>
            <a:xfrm>
              <a:off x="327122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"/>
            <p:cNvSpPr/>
            <p:nvPr/>
          </p:nvSpPr>
          <p:spPr>
            <a:xfrm>
              <a:off x="327122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"/>
            <p:cNvSpPr/>
            <p:nvPr/>
          </p:nvSpPr>
          <p:spPr>
            <a:xfrm>
              <a:off x="327121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"/>
            <p:cNvSpPr/>
            <p:nvPr/>
          </p:nvSpPr>
          <p:spPr>
            <a:xfrm>
              <a:off x="327121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"/>
            <p:cNvSpPr/>
            <p:nvPr/>
          </p:nvSpPr>
          <p:spPr>
            <a:xfrm>
              <a:off x="327121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"/>
            <p:cNvSpPr/>
            <p:nvPr/>
          </p:nvSpPr>
          <p:spPr>
            <a:xfrm>
              <a:off x="327121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"/>
            <p:cNvSpPr/>
            <p:nvPr/>
          </p:nvSpPr>
          <p:spPr>
            <a:xfrm>
              <a:off x="327121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"/>
            <p:cNvSpPr/>
            <p:nvPr/>
          </p:nvSpPr>
          <p:spPr>
            <a:xfrm>
              <a:off x="327121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"/>
            <p:cNvSpPr/>
            <p:nvPr/>
          </p:nvSpPr>
          <p:spPr>
            <a:xfrm>
              <a:off x="327119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"/>
            <p:cNvSpPr/>
            <p:nvPr/>
          </p:nvSpPr>
          <p:spPr>
            <a:xfrm>
              <a:off x="327119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"/>
            <p:cNvSpPr/>
            <p:nvPr/>
          </p:nvSpPr>
          <p:spPr>
            <a:xfrm>
              <a:off x="351691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"/>
            <p:cNvSpPr/>
            <p:nvPr/>
          </p:nvSpPr>
          <p:spPr>
            <a:xfrm>
              <a:off x="351691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"/>
            <p:cNvSpPr/>
            <p:nvPr/>
          </p:nvSpPr>
          <p:spPr>
            <a:xfrm>
              <a:off x="351691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"/>
            <p:cNvSpPr/>
            <p:nvPr/>
          </p:nvSpPr>
          <p:spPr>
            <a:xfrm>
              <a:off x="351691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"/>
            <p:cNvSpPr/>
            <p:nvPr/>
          </p:nvSpPr>
          <p:spPr>
            <a:xfrm>
              <a:off x="351691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"/>
            <p:cNvSpPr/>
            <p:nvPr/>
          </p:nvSpPr>
          <p:spPr>
            <a:xfrm>
              <a:off x="351691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"/>
            <p:cNvSpPr/>
            <p:nvPr/>
          </p:nvSpPr>
          <p:spPr>
            <a:xfrm>
              <a:off x="351691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"/>
            <p:cNvSpPr/>
            <p:nvPr/>
          </p:nvSpPr>
          <p:spPr>
            <a:xfrm>
              <a:off x="351691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"/>
            <p:cNvSpPr/>
            <p:nvPr/>
          </p:nvSpPr>
          <p:spPr>
            <a:xfrm>
              <a:off x="351691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"/>
            <p:cNvSpPr/>
            <p:nvPr/>
          </p:nvSpPr>
          <p:spPr>
            <a:xfrm>
              <a:off x="351691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"/>
            <p:cNvSpPr/>
            <p:nvPr/>
          </p:nvSpPr>
          <p:spPr>
            <a:xfrm>
              <a:off x="351691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"/>
            <p:cNvSpPr/>
            <p:nvPr/>
          </p:nvSpPr>
          <p:spPr>
            <a:xfrm>
              <a:off x="351691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"/>
            <p:cNvSpPr/>
            <p:nvPr/>
          </p:nvSpPr>
          <p:spPr>
            <a:xfrm>
              <a:off x="351690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"/>
            <p:cNvSpPr/>
            <p:nvPr/>
          </p:nvSpPr>
          <p:spPr>
            <a:xfrm>
              <a:off x="351690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"/>
            <p:cNvSpPr/>
            <p:nvPr/>
          </p:nvSpPr>
          <p:spPr>
            <a:xfrm>
              <a:off x="351690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"/>
            <p:cNvSpPr/>
            <p:nvPr/>
          </p:nvSpPr>
          <p:spPr>
            <a:xfrm>
              <a:off x="351690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"/>
            <p:cNvSpPr/>
            <p:nvPr/>
          </p:nvSpPr>
          <p:spPr>
            <a:xfrm>
              <a:off x="351690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"/>
            <p:cNvSpPr/>
            <p:nvPr/>
          </p:nvSpPr>
          <p:spPr>
            <a:xfrm>
              <a:off x="351690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"/>
            <p:cNvSpPr/>
            <p:nvPr/>
          </p:nvSpPr>
          <p:spPr>
            <a:xfrm>
              <a:off x="351689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"/>
            <p:cNvSpPr/>
            <p:nvPr/>
          </p:nvSpPr>
          <p:spPr>
            <a:xfrm>
              <a:off x="351689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"/>
            <p:cNvSpPr/>
            <p:nvPr/>
          </p:nvSpPr>
          <p:spPr>
            <a:xfrm>
              <a:off x="37626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"/>
            <p:cNvSpPr/>
            <p:nvPr/>
          </p:nvSpPr>
          <p:spPr>
            <a:xfrm>
              <a:off x="37626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"/>
            <p:cNvSpPr/>
            <p:nvPr/>
          </p:nvSpPr>
          <p:spPr>
            <a:xfrm>
              <a:off x="37626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"/>
            <p:cNvSpPr/>
            <p:nvPr/>
          </p:nvSpPr>
          <p:spPr>
            <a:xfrm>
              <a:off x="37626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"/>
            <p:cNvSpPr/>
            <p:nvPr/>
          </p:nvSpPr>
          <p:spPr>
            <a:xfrm>
              <a:off x="37626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"/>
            <p:cNvSpPr/>
            <p:nvPr/>
          </p:nvSpPr>
          <p:spPr>
            <a:xfrm>
              <a:off x="37626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"/>
            <p:cNvSpPr/>
            <p:nvPr/>
          </p:nvSpPr>
          <p:spPr>
            <a:xfrm>
              <a:off x="37626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"/>
            <p:cNvSpPr/>
            <p:nvPr/>
          </p:nvSpPr>
          <p:spPr>
            <a:xfrm>
              <a:off x="37626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"/>
            <p:cNvSpPr/>
            <p:nvPr/>
          </p:nvSpPr>
          <p:spPr>
            <a:xfrm>
              <a:off x="37626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"/>
            <p:cNvSpPr/>
            <p:nvPr/>
          </p:nvSpPr>
          <p:spPr>
            <a:xfrm>
              <a:off x="37626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"/>
            <p:cNvSpPr/>
            <p:nvPr/>
          </p:nvSpPr>
          <p:spPr>
            <a:xfrm>
              <a:off x="37626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"/>
            <p:cNvSpPr/>
            <p:nvPr/>
          </p:nvSpPr>
          <p:spPr>
            <a:xfrm>
              <a:off x="37626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"/>
            <p:cNvSpPr/>
            <p:nvPr/>
          </p:nvSpPr>
          <p:spPr>
            <a:xfrm>
              <a:off x="37626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"/>
            <p:cNvSpPr/>
            <p:nvPr/>
          </p:nvSpPr>
          <p:spPr>
            <a:xfrm>
              <a:off x="37626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"/>
            <p:cNvSpPr/>
            <p:nvPr/>
          </p:nvSpPr>
          <p:spPr>
            <a:xfrm>
              <a:off x="37626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"/>
            <p:cNvSpPr/>
            <p:nvPr/>
          </p:nvSpPr>
          <p:spPr>
            <a:xfrm>
              <a:off x="37626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"/>
            <p:cNvSpPr/>
            <p:nvPr/>
          </p:nvSpPr>
          <p:spPr>
            <a:xfrm>
              <a:off x="37626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"/>
            <p:cNvSpPr/>
            <p:nvPr/>
          </p:nvSpPr>
          <p:spPr>
            <a:xfrm>
              <a:off x="37626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"/>
            <p:cNvSpPr/>
            <p:nvPr/>
          </p:nvSpPr>
          <p:spPr>
            <a:xfrm>
              <a:off x="37625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"/>
            <p:cNvSpPr/>
            <p:nvPr/>
          </p:nvSpPr>
          <p:spPr>
            <a:xfrm>
              <a:off x="37625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"/>
            <p:cNvSpPr/>
            <p:nvPr/>
          </p:nvSpPr>
          <p:spPr>
            <a:xfrm>
              <a:off x="400830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"/>
            <p:cNvSpPr/>
            <p:nvPr/>
          </p:nvSpPr>
          <p:spPr>
            <a:xfrm>
              <a:off x="400830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"/>
            <p:cNvSpPr/>
            <p:nvPr/>
          </p:nvSpPr>
          <p:spPr>
            <a:xfrm>
              <a:off x="400830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"/>
            <p:cNvSpPr/>
            <p:nvPr/>
          </p:nvSpPr>
          <p:spPr>
            <a:xfrm>
              <a:off x="400830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"/>
            <p:cNvSpPr/>
            <p:nvPr/>
          </p:nvSpPr>
          <p:spPr>
            <a:xfrm>
              <a:off x="400830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"/>
            <p:cNvSpPr/>
            <p:nvPr/>
          </p:nvSpPr>
          <p:spPr>
            <a:xfrm>
              <a:off x="400830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"/>
            <p:cNvSpPr/>
            <p:nvPr/>
          </p:nvSpPr>
          <p:spPr>
            <a:xfrm>
              <a:off x="400830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"/>
            <p:cNvSpPr/>
            <p:nvPr/>
          </p:nvSpPr>
          <p:spPr>
            <a:xfrm>
              <a:off x="400830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"/>
            <p:cNvSpPr/>
            <p:nvPr/>
          </p:nvSpPr>
          <p:spPr>
            <a:xfrm>
              <a:off x="400830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"/>
            <p:cNvSpPr/>
            <p:nvPr/>
          </p:nvSpPr>
          <p:spPr>
            <a:xfrm>
              <a:off x="400830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"/>
            <p:cNvSpPr/>
            <p:nvPr/>
          </p:nvSpPr>
          <p:spPr>
            <a:xfrm>
              <a:off x="400830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"/>
            <p:cNvSpPr/>
            <p:nvPr/>
          </p:nvSpPr>
          <p:spPr>
            <a:xfrm>
              <a:off x="400830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"/>
            <p:cNvSpPr/>
            <p:nvPr/>
          </p:nvSpPr>
          <p:spPr>
            <a:xfrm>
              <a:off x="400829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"/>
            <p:cNvSpPr/>
            <p:nvPr/>
          </p:nvSpPr>
          <p:spPr>
            <a:xfrm>
              <a:off x="400829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"/>
            <p:cNvSpPr/>
            <p:nvPr/>
          </p:nvSpPr>
          <p:spPr>
            <a:xfrm>
              <a:off x="400829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"/>
            <p:cNvSpPr/>
            <p:nvPr/>
          </p:nvSpPr>
          <p:spPr>
            <a:xfrm>
              <a:off x="400829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"/>
            <p:cNvSpPr/>
            <p:nvPr/>
          </p:nvSpPr>
          <p:spPr>
            <a:xfrm>
              <a:off x="400829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"/>
            <p:cNvSpPr/>
            <p:nvPr/>
          </p:nvSpPr>
          <p:spPr>
            <a:xfrm>
              <a:off x="400829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"/>
            <p:cNvSpPr/>
            <p:nvPr/>
          </p:nvSpPr>
          <p:spPr>
            <a:xfrm>
              <a:off x="400828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"/>
            <p:cNvSpPr/>
            <p:nvPr/>
          </p:nvSpPr>
          <p:spPr>
            <a:xfrm>
              <a:off x="400828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"/>
            <p:cNvSpPr/>
            <p:nvPr/>
          </p:nvSpPr>
          <p:spPr>
            <a:xfrm>
              <a:off x="425400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"/>
            <p:cNvSpPr/>
            <p:nvPr/>
          </p:nvSpPr>
          <p:spPr>
            <a:xfrm>
              <a:off x="425400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"/>
            <p:cNvSpPr/>
            <p:nvPr/>
          </p:nvSpPr>
          <p:spPr>
            <a:xfrm>
              <a:off x="425400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"/>
            <p:cNvSpPr/>
            <p:nvPr/>
          </p:nvSpPr>
          <p:spPr>
            <a:xfrm>
              <a:off x="425400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"/>
            <p:cNvSpPr/>
            <p:nvPr/>
          </p:nvSpPr>
          <p:spPr>
            <a:xfrm>
              <a:off x="425400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"/>
            <p:cNvSpPr/>
            <p:nvPr/>
          </p:nvSpPr>
          <p:spPr>
            <a:xfrm>
              <a:off x="425400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"/>
            <p:cNvSpPr/>
            <p:nvPr/>
          </p:nvSpPr>
          <p:spPr>
            <a:xfrm>
              <a:off x="425400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"/>
            <p:cNvSpPr/>
            <p:nvPr/>
          </p:nvSpPr>
          <p:spPr>
            <a:xfrm>
              <a:off x="425400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"/>
            <p:cNvSpPr/>
            <p:nvPr/>
          </p:nvSpPr>
          <p:spPr>
            <a:xfrm>
              <a:off x="425400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"/>
            <p:cNvSpPr/>
            <p:nvPr/>
          </p:nvSpPr>
          <p:spPr>
            <a:xfrm>
              <a:off x="425400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"/>
            <p:cNvSpPr/>
            <p:nvPr/>
          </p:nvSpPr>
          <p:spPr>
            <a:xfrm>
              <a:off x="425400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"/>
            <p:cNvSpPr/>
            <p:nvPr/>
          </p:nvSpPr>
          <p:spPr>
            <a:xfrm>
              <a:off x="425400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"/>
            <p:cNvSpPr/>
            <p:nvPr/>
          </p:nvSpPr>
          <p:spPr>
            <a:xfrm>
              <a:off x="4253991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"/>
            <p:cNvSpPr/>
            <p:nvPr/>
          </p:nvSpPr>
          <p:spPr>
            <a:xfrm>
              <a:off x="4253991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"/>
            <p:cNvSpPr/>
            <p:nvPr/>
          </p:nvSpPr>
          <p:spPr>
            <a:xfrm>
              <a:off x="4253991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"/>
            <p:cNvSpPr/>
            <p:nvPr/>
          </p:nvSpPr>
          <p:spPr>
            <a:xfrm>
              <a:off x="4253991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"/>
            <p:cNvSpPr/>
            <p:nvPr/>
          </p:nvSpPr>
          <p:spPr>
            <a:xfrm>
              <a:off x="4253991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"/>
            <p:cNvSpPr/>
            <p:nvPr/>
          </p:nvSpPr>
          <p:spPr>
            <a:xfrm>
              <a:off x="4253991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"/>
            <p:cNvSpPr/>
            <p:nvPr/>
          </p:nvSpPr>
          <p:spPr>
            <a:xfrm>
              <a:off x="425397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"/>
            <p:cNvSpPr/>
            <p:nvPr/>
          </p:nvSpPr>
          <p:spPr>
            <a:xfrm>
              <a:off x="425397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"/>
            <p:cNvSpPr/>
            <p:nvPr/>
          </p:nvSpPr>
          <p:spPr>
            <a:xfrm>
              <a:off x="449969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"/>
            <p:cNvSpPr/>
            <p:nvPr/>
          </p:nvSpPr>
          <p:spPr>
            <a:xfrm>
              <a:off x="449969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"/>
            <p:cNvSpPr/>
            <p:nvPr/>
          </p:nvSpPr>
          <p:spPr>
            <a:xfrm>
              <a:off x="449969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"/>
            <p:cNvSpPr/>
            <p:nvPr/>
          </p:nvSpPr>
          <p:spPr>
            <a:xfrm>
              <a:off x="449969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"/>
            <p:cNvSpPr/>
            <p:nvPr/>
          </p:nvSpPr>
          <p:spPr>
            <a:xfrm>
              <a:off x="449969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"/>
            <p:cNvSpPr/>
            <p:nvPr/>
          </p:nvSpPr>
          <p:spPr>
            <a:xfrm>
              <a:off x="449969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"/>
            <p:cNvSpPr/>
            <p:nvPr/>
          </p:nvSpPr>
          <p:spPr>
            <a:xfrm>
              <a:off x="449969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"/>
            <p:cNvSpPr/>
            <p:nvPr/>
          </p:nvSpPr>
          <p:spPr>
            <a:xfrm>
              <a:off x="449969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"/>
            <p:cNvSpPr/>
            <p:nvPr/>
          </p:nvSpPr>
          <p:spPr>
            <a:xfrm>
              <a:off x="449969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"/>
            <p:cNvSpPr/>
            <p:nvPr/>
          </p:nvSpPr>
          <p:spPr>
            <a:xfrm>
              <a:off x="449969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"/>
            <p:cNvSpPr/>
            <p:nvPr/>
          </p:nvSpPr>
          <p:spPr>
            <a:xfrm>
              <a:off x="449969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"/>
            <p:cNvSpPr/>
            <p:nvPr/>
          </p:nvSpPr>
          <p:spPr>
            <a:xfrm>
              <a:off x="449969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"/>
            <p:cNvSpPr/>
            <p:nvPr/>
          </p:nvSpPr>
          <p:spPr>
            <a:xfrm>
              <a:off x="449968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"/>
            <p:cNvSpPr/>
            <p:nvPr/>
          </p:nvSpPr>
          <p:spPr>
            <a:xfrm>
              <a:off x="449968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"/>
            <p:cNvSpPr/>
            <p:nvPr/>
          </p:nvSpPr>
          <p:spPr>
            <a:xfrm>
              <a:off x="449968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"/>
            <p:cNvSpPr/>
            <p:nvPr/>
          </p:nvSpPr>
          <p:spPr>
            <a:xfrm>
              <a:off x="449968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"/>
            <p:cNvSpPr/>
            <p:nvPr/>
          </p:nvSpPr>
          <p:spPr>
            <a:xfrm>
              <a:off x="449968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"/>
            <p:cNvSpPr/>
            <p:nvPr/>
          </p:nvSpPr>
          <p:spPr>
            <a:xfrm>
              <a:off x="449968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"/>
            <p:cNvSpPr/>
            <p:nvPr/>
          </p:nvSpPr>
          <p:spPr>
            <a:xfrm>
              <a:off x="449967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"/>
            <p:cNvSpPr/>
            <p:nvPr/>
          </p:nvSpPr>
          <p:spPr>
            <a:xfrm>
              <a:off x="449967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"/>
            <p:cNvSpPr/>
            <p:nvPr/>
          </p:nvSpPr>
          <p:spPr>
            <a:xfrm>
              <a:off x="474539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"/>
            <p:cNvSpPr/>
            <p:nvPr/>
          </p:nvSpPr>
          <p:spPr>
            <a:xfrm>
              <a:off x="474539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"/>
            <p:cNvSpPr/>
            <p:nvPr/>
          </p:nvSpPr>
          <p:spPr>
            <a:xfrm>
              <a:off x="474539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"/>
            <p:cNvSpPr/>
            <p:nvPr/>
          </p:nvSpPr>
          <p:spPr>
            <a:xfrm>
              <a:off x="474539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"/>
            <p:cNvSpPr/>
            <p:nvPr/>
          </p:nvSpPr>
          <p:spPr>
            <a:xfrm>
              <a:off x="474539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"/>
            <p:cNvSpPr/>
            <p:nvPr/>
          </p:nvSpPr>
          <p:spPr>
            <a:xfrm>
              <a:off x="474539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"/>
            <p:cNvSpPr/>
            <p:nvPr/>
          </p:nvSpPr>
          <p:spPr>
            <a:xfrm>
              <a:off x="474539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"/>
            <p:cNvSpPr/>
            <p:nvPr/>
          </p:nvSpPr>
          <p:spPr>
            <a:xfrm>
              <a:off x="474539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"/>
            <p:cNvSpPr/>
            <p:nvPr/>
          </p:nvSpPr>
          <p:spPr>
            <a:xfrm>
              <a:off x="474539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"/>
            <p:cNvSpPr/>
            <p:nvPr/>
          </p:nvSpPr>
          <p:spPr>
            <a:xfrm>
              <a:off x="474539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"/>
            <p:cNvSpPr/>
            <p:nvPr/>
          </p:nvSpPr>
          <p:spPr>
            <a:xfrm>
              <a:off x="474539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"/>
            <p:cNvSpPr/>
            <p:nvPr/>
          </p:nvSpPr>
          <p:spPr>
            <a:xfrm>
              <a:off x="474539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"/>
            <p:cNvSpPr/>
            <p:nvPr/>
          </p:nvSpPr>
          <p:spPr>
            <a:xfrm>
              <a:off x="4745381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"/>
            <p:cNvSpPr/>
            <p:nvPr/>
          </p:nvSpPr>
          <p:spPr>
            <a:xfrm>
              <a:off x="4745381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"/>
            <p:cNvSpPr/>
            <p:nvPr/>
          </p:nvSpPr>
          <p:spPr>
            <a:xfrm>
              <a:off x="4745381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"/>
            <p:cNvSpPr/>
            <p:nvPr/>
          </p:nvSpPr>
          <p:spPr>
            <a:xfrm>
              <a:off x="4745381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"/>
            <p:cNvSpPr/>
            <p:nvPr/>
          </p:nvSpPr>
          <p:spPr>
            <a:xfrm>
              <a:off x="4745381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"/>
            <p:cNvSpPr/>
            <p:nvPr/>
          </p:nvSpPr>
          <p:spPr>
            <a:xfrm>
              <a:off x="4745381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"/>
            <p:cNvSpPr/>
            <p:nvPr/>
          </p:nvSpPr>
          <p:spPr>
            <a:xfrm>
              <a:off x="474536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"/>
            <p:cNvSpPr/>
            <p:nvPr/>
          </p:nvSpPr>
          <p:spPr>
            <a:xfrm>
              <a:off x="474536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"/>
            <p:cNvSpPr/>
            <p:nvPr/>
          </p:nvSpPr>
          <p:spPr>
            <a:xfrm>
              <a:off x="4991089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"/>
            <p:cNvSpPr/>
            <p:nvPr/>
          </p:nvSpPr>
          <p:spPr>
            <a:xfrm>
              <a:off x="4991089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"/>
            <p:cNvSpPr/>
            <p:nvPr/>
          </p:nvSpPr>
          <p:spPr>
            <a:xfrm>
              <a:off x="4991089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"/>
            <p:cNvSpPr/>
            <p:nvPr/>
          </p:nvSpPr>
          <p:spPr>
            <a:xfrm>
              <a:off x="4991089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"/>
            <p:cNvSpPr/>
            <p:nvPr/>
          </p:nvSpPr>
          <p:spPr>
            <a:xfrm>
              <a:off x="4991089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"/>
            <p:cNvSpPr/>
            <p:nvPr/>
          </p:nvSpPr>
          <p:spPr>
            <a:xfrm>
              <a:off x="4991089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"/>
            <p:cNvSpPr/>
            <p:nvPr/>
          </p:nvSpPr>
          <p:spPr>
            <a:xfrm>
              <a:off x="4991089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"/>
            <p:cNvSpPr/>
            <p:nvPr/>
          </p:nvSpPr>
          <p:spPr>
            <a:xfrm>
              <a:off x="4991089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"/>
            <p:cNvSpPr/>
            <p:nvPr/>
          </p:nvSpPr>
          <p:spPr>
            <a:xfrm>
              <a:off x="4991089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"/>
            <p:cNvSpPr/>
            <p:nvPr/>
          </p:nvSpPr>
          <p:spPr>
            <a:xfrm>
              <a:off x="4991089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"/>
            <p:cNvSpPr/>
            <p:nvPr/>
          </p:nvSpPr>
          <p:spPr>
            <a:xfrm>
              <a:off x="4991089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"/>
            <p:cNvSpPr/>
            <p:nvPr/>
          </p:nvSpPr>
          <p:spPr>
            <a:xfrm>
              <a:off x="4991089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"/>
            <p:cNvSpPr/>
            <p:nvPr/>
          </p:nvSpPr>
          <p:spPr>
            <a:xfrm>
              <a:off x="499107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"/>
            <p:cNvSpPr/>
            <p:nvPr/>
          </p:nvSpPr>
          <p:spPr>
            <a:xfrm>
              <a:off x="499107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"/>
            <p:cNvSpPr/>
            <p:nvPr/>
          </p:nvSpPr>
          <p:spPr>
            <a:xfrm>
              <a:off x="499107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"/>
            <p:cNvSpPr/>
            <p:nvPr/>
          </p:nvSpPr>
          <p:spPr>
            <a:xfrm>
              <a:off x="499107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"/>
            <p:cNvSpPr/>
            <p:nvPr/>
          </p:nvSpPr>
          <p:spPr>
            <a:xfrm>
              <a:off x="499107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"/>
            <p:cNvSpPr/>
            <p:nvPr/>
          </p:nvSpPr>
          <p:spPr>
            <a:xfrm>
              <a:off x="499107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"/>
            <p:cNvSpPr/>
            <p:nvPr/>
          </p:nvSpPr>
          <p:spPr>
            <a:xfrm>
              <a:off x="499106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"/>
            <p:cNvSpPr/>
            <p:nvPr/>
          </p:nvSpPr>
          <p:spPr>
            <a:xfrm>
              <a:off x="499106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"/>
            <p:cNvSpPr/>
            <p:nvPr/>
          </p:nvSpPr>
          <p:spPr>
            <a:xfrm>
              <a:off x="523678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"/>
            <p:cNvSpPr/>
            <p:nvPr/>
          </p:nvSpPr>
          <p:spPr>
            <a:xfrm>
              <a:off x="523678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"/>
            <p:cNvSpPr/>
            <p:nvPr/>
          </p:nvSpPr>
          <p:spPr>
            <a:xfrm>
              <a:off x="523678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"/>
            <p:cNvSpPr/>
            <p:nvPr/>
          </p:nvSpPr>
          <p:spPr>
            <a:xfrm>
              <a:off x="523678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"/>
            <p:cNvSpPr/>
            <p:nvPr/>
          </p:nvSpPr>
          <p:spPr>
            <a:xfrm>
              <a:off x="523678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"/>
            <p:cNvSpPr/>
            <p:nvPr/>
          </p:nvSpPr>
          <p:spPr>
            <a:xfrm>
              <a:off x="523678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"/>
            <p:cNvSpPr/>
            <p:nvPr/>
          </p:nvSpPr>
          <p:spPr>
            <a:xfrm>
              <a:off x="523678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"/>
            <p:cNvSpPr/>
            <p:nvPr/>
          </p:nvSpPr>
          <p:spPr>
            <a:xfrm>
              <a:off x="523678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"/>
            <p:cNvSpPr/>
            <p:nvPr/>
          </p:nvSpPr>
          <p:spPr>
            <a:xfrm>
              <a:off x="523678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"/>
            <p:cNvSpPr/>
            <p:nvPr/>
          </p:nvSpPr>
          <p:spPr>
            <a:xfrm>
              <a:off x="523678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"/>
            <p:cNvSpPr/>
            <p:nvPr/>
          </p:nvSpPr>
          <p:spPr>
            <a:xfrm>
              <a:off x="523678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"/>
            <p:cNvSpPr/>
            <p:nvPr/>
          </p:nvSpPr>
          <p:spPr>
            <a:xfrm>
              <a:off x="523678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"/>
            <p:cNvSpPr/>
            <p:nvPr/>
          </p:nvSpPr>
          <p:spPr>
            <a:xfrm>
              <a:off x="523677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"/>
            <p:cNvSpPr/>
            <p:nvPr/>
          </p:nvSpPr>
          <p:spPr>
            <a:xfrm>
              <a:off x="523677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"/>
            <p:cNvSpPr/>
            <p:nvPr/>
          </p:nvSpPr>
          <p:spPr>
            <a:xfrm>
              <a:off x="523677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"/>
            <p:cNvSpPr/>
            <p:nvPr/>
          </p:nvSpPr>
          <p:spPr>
            <a:xfrm>
              <a:off x="523677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"/>
            <p:cNvSpPr/>
            <p:nvPr/>
          </p:nvSpPr>
          <p:spPr>
            <a:xfrm>
              <a:off x="523677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"/>
            <p:cNvSpPr/>
            <p:nvPr/>
          </p:nvSpPr>
          <p:spPr>
            <a:xfrm>
              <a:off x="523677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"/>
            <p:cNvSpPr/>
            <p:nvPr/>
          </p:nvSpPr>
          <p:spPr>
            <a:xfrm>
              <a:off x="523675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"/>
            <p:cNvSpPr/>
            <p:nvPr/>
          </p:nvSpPr>
          <p:spPr>
            <a:xfrm>
              <a:off x="523675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"/>
            <p:cNvSpPr/>
            <p:nvPr/>
          </p:nvSpPr>
          <p:spPr>
            <a:xfrm>
              <a:off x="5482479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"/>
            <p:cNvSpPr/>
            <p:nvPr/>
          </p:nvSpPr>
          <p:spPr>
            <a:xfrm>
              <a:off x="5482479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"/>
            <p:cNvSpPr/>
            <p:nvPr/>
          </p:nvSpPr>
          <p:spPr>
            <a:xfrm>
              <a:off x="5482479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"/>
            <p:cNvSpPr/>
            <p:nvPr/>
          </p:nvSpPr>
          <p:spPr>
            <a:xfrm>
              <a:off x="5482479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"/>
            <p:cNvSpPr/>
            <p:nvPr/>
          </p:nvSpPr>
          <p:spPr>
            <a:xfrm>
              <a:off x="5482479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"/>
            <p:cNvSpPr/>
            <p:nvPr/>
          </p:nvSpPr>
          <p:spPr>
            <a:xfrm>
              <a:off x="5482479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"/>
            <p:cNvSpPr/>
            <p:nvPr/>
          </p:nvSpPr>
          <p:spPr>
            <a:xfrm>
              <a:off x="5482479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"/>
            <p:cNvSpPr/>
            <p:nvPr/>
          </p:nvSpPr>
          <p:spPr>
            <a:xfrm>
              <a:off x="5482479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"/>
            <p:cNvSpPr/>
            <p:nvPr/>
          </p:nvSpPr>
          <p:spPr>
            <a:xfrm>
              <a:off x="5482479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"/>
            <p:cNvSpPr/>
            <p:nvPr/>
          </p:nvSpPr>
          <p:spPr>
            <a:xfrm>
              <a:off x="5482479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"/>
            <p:cNvSpPr/>
            <p:nvPr/>
          </p:nvSpPr>
          <p:spPr>
            <a:xfrm>
              <a:off x="5482479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"/>
            <p:cNvSpPr/>
            <p:nvPr/>
          </p:nvSpPr>
          <p:spPr>
            <a:xfrm>
              <a:off x="5482479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"/>
            <p:cNvSpPr/>
            <p:nvPr/>
          </p:nvSpPr>
          <p:spPr>
            <a:xfrm>
              <a:off x="5482467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"/>
            <p:cNvSpPr/>
            <p:nvPr/>
          </p:nvSpPr>
          <p:spPr>
            <a:xfrm>
              <a:off x="5482467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"/>
            <p:cNvSpPr/>
            <p:nvPr/>
          </p:nvSpPr>
          <p:spPr>
            <a:xfrm>
              <a:off x="5482467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"/>
            <p:cNvSpPr/>
            <p:nvPr/>
          </p:nvSpPr>
          <p:spPr>
            <a:xfrm>
              <a:off x="5482467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"/>
            <p:cNvSpPr/>
            <p:nvPr/>
          </p:nvSpPr>
          <p:spPr>
            <a:xfrm>
              <a:off x="5482467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"/>
            <p:cNvSpPr/>
            <p:nvPr/>
          </p:nvSpPr>
          <p:spPr>
            <a:xfrm>
              <a:off x="5482467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"/>
            <p:cNvSpPr/>
            <p:nvPr/>
          </p:nvSpPr>
          <p:spPr>
            <a:xfrm>
              <a:off x="548245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"/>
            <p:cNvSpPr/>
            <p:nvPr/>
          </p:nvSpPr>
          <p:spPr>
            <a:xfrm>
              <a:off x="548245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"/>
            <p:cNvSpPr/>
            <p:nvPr/>
          </p:nvSpPr>
          <p:spPr>
            <a:xfrm>
              <a:off x="572817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"/>
            <p:cNvSpPr/>
            <p:nvPr/>
          </p:nvSpPr>
          <p:spPr>
            <a:xfrm>
              <a:off x="572817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"/>
            <p:cNvSpPr/>
            <p:nvPr/>
          </p:nvSpPr>
          <p:spPr>
            <a:xfrm>
              <a:off x="572817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"/>
            <p:cNvSpPr/>
            <p:nvPr/>
          </p:nvSpPr>
          <p:spPr>
            <a:xfrm>
              <a:off x="572817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"/>
            <p:cNvSpPr/>
            <p:nvPr/>
          </p:nvSpPr>
          <p:spPr>
            <a:xfrm>
              <a:off x="572817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"/>
            <p:cNvSpPr/>
            <p:nvPr/>
          </p:nvSpPr>
          <p:spPr>
            <a:xfrm>
              <a:off x="572817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"/>
            <p:cNvSpPr/>
            <p:nvPr/>
          </p:nvSpPr>
          <p:spPr>
            <a:xfrm>
              <a:off x="572817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"/>
            <p:cNvSpPr/>
            <p:nvPr/>
          </p:nvSpPr>
          <p:spPr>
            <a:xfrm>
              <a:off x="572817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"/>
            <p:cNvSpPr/>
            <p:nvPr/>
          </p:nvSpPr>
          <p:spPr>
            <a:xfrm>
              <a:off x="572817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"/>
            <p:cNvSpPr/>
            <p:nvPr/>
          </p:nvSpPr>
          <p:spPr>
            <a:xfrm>
              <a:off x="572817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"/>
            <p:cNvSpPr/>
            <p:nvPr/>
          </p:nvSpPr>
          <p:spPr>
            <a:xfrm>
              <a:off x="572817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"/>
            <p:cNvSpPr/>
            <p:nvPr/>
          </p:nvSpPr>
          <p:spPr>
            <a:xfrm>
              <a:off x="572817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"/>
            <p:cNvSpPr/>
            <p:nvPr/>
          </p:nvSpPr>
          <p:spPr>
            <a:xfrm>
              <a:off x="572816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"/>
            <p:cNvSpPr/>
            <p:nvPr/>
          </p:nvSpPr>
          <p:spPr>
            <a:xfrm>
              <a:off x="572816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"/>
            <p:cNvSpPr/>
            <p:nvPr/>
          </p:nvSpPr>
          <p:spPr>
            <a:xfrm>
              <a:off x="572816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"/>
            <p:cNvSpPr/>
            <p:nvPr/>
          </p:nvSpPr>
          <p:spPr>
            <a:xfrm>
              <a:off x="572816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"/>
            <p:cNvSpPr/>
            <p:nvPr/>
          </p:nvSpPr>
          <p:spPr>
            <a:xfrm>
              <a:off x="572816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"/>
            <p:cNvSpPr/>
            <p:nvPr/>
          </p:nvSpPr>
          <p:spPr>
            <a:xfrm>
              <a:off x="572816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"/>
            <p:cNvSpPr/>
            <p:nvPr/>
          </p:nvSpPr>
          <p:spPr>
            <a:xfrm>
              <a:off x="572815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"/>
            <p:cNvSpPr/>
            <p:nvPr/>
          </p:nvSpPr>
          <p:spPr>
            <a:xfrm>
              <a:off x="572815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"/>
            <p:cNvSpPr/>
            <p:nvPr/>
          </p:nvSpPr>
          <p:spPr>
            <a:xfrm>
              <a:off x="597387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"/>
            <p:cNvSpPr/>
            <p:nvPr/>
          </p:nvSpPr>
          <p:spPr>
            <a:xfrm>
              <a:off x="597387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"/>
            <p:cNvSpPr/>
            <p:nvPr/>
          </p:nvSpPr>
          <p:spPr>
            <a:xfrm>
              <a:off x="597387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"/>
            <p:cNvSpPr/>
            <p:nvPr/>
          </p:nvSpPr>
          <p:spPr>
            <a:xfrm>
              <a:off x="597387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"/>
            <p:cNvSpPr/>
            <p:nvPr/>
          </p:nvSpPr>
          <p:spPr>
            <a:xfrm>
              <a:off x="597387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"/>
            <p:cNvSpPr/>
            <p:nvPr/>
          </p:nvSpPr>
          <p:spPr>
            <a:xfrm>
              <a:off x="597387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"/>
            <p:cNvSpPr/>
            <p:nvPr/>
          </p:nvSpPr>
          <p:spPr>
            <a:xfrm>
              <a:off x="597387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"/>
            <p:cNvSpPr/>
            <p:nvPr/>
          </p:nvSpPr>
          <p:spPr>
            <a:xfrm>
              <a:off x="597387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"/>
            <p:cNvSpPr/>
            <p:nvPr/>
          </p:nvSpPr>
          <p:spPr>
            <a:xfrm>
              <a:off x="597387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"/>
            <p:cNvSpPr/>
            <p:nvPr/>
          </p:nvSpPr>
          <p:spPr>
            <a:xfrm>
              <a:off x="597387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"/>
            <p:cNvSpPr/>
            <p:nvPr/>
          </p:nvSpPr>
          <p:spPr>
            <a:xfrm>
              <a:off x="597387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"/>
            <p:cNvSpPr/>
            <p:nvPr/>
          </p:nvSpPr>
          <p:spPr>
            <a:xfrm>
              <a:off x="597387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"/>
            <p:cNvSpPr/>
            <p:nvPr/>
          </p:nvSpPr>
          <p:spPr>
            <a:xfrm>
              <a:off x="5973857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"/>
            <p:cNvSpPr/>
            <p:nvPr/>
          </p:nvSpPr>
          <p:spPr>
            <a:xfrm>
              <a:off x="5973857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"/>
            <p:cNvSpPr/>
            <p:nvPr/>
          </p:nvSpPr>
          <p:spPr>
            <a:xfrm>
              <a:off x="5973857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"/>
            <p:cNvSpPr/>
            <p:nvPr/>
          </p:nvSpPr>
          <p:spPr>
            <a:xfrm>
              <a:off x="5973857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"/>
            <p:cNvSpPr/>
            <p:nvPr/>
          </p:nvSpPr>
          <p:spPr>
            <a:xfrm>
              <a:off x="5973857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"/>
            <p:cNvSpPr/>
            <p:nvPr/>
          </p:nvSpPr>
          <p:spPr>
            <a:xfrm>
              <a:off x="5973857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"/>
            <p:cNvSpPr/>
            <p:nvPr/>
          </p:nvSpPr>
          <p:spPr>
            <a:xfrm>
              <a:off x="597384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"/>
            <p:cNvSpPr/>
            <p:nvPr/>
          </p:nvSpPr>
          <p:spPr>
            <a:xfrm>
              <a:off x="597384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"/>
            <p:cNvSpPr/>
            <p:nvPr/>
          </p:nvSpPr>
          <p:spPr>
            <a:xfrm>
              <a:off x="621956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"/>
            <p:cNvSpPr/>
            <p:nvPr/>
          </p:nvSpPr>
          <p:spPr>
            <a:xfrm>
              <a:off x="621956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"/>
            <p:cNvSpPr/>
            <p:nvPr/>
          </p:nvSpPr>
          <p:spPr>
            <a:xfrm>
              <a:off x="621956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"/>
            <p:cNvSpPr/>
            <p:nvPr/>
          </p:nvSpPr>
          <p:spPr>
            <a:xfrm>
              <a:off x="621956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"/>
            <p:cNvSpPr/>
            <p:nvPr/>
          </p:nvSpPr>
          <p:spPr>
            <a:xfrm>
              <a:off x="621956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"/>
            <p:cNvSpPr/>
            <p:nvPr/>
          </p:nvSpPr>
          <p:spPr>
            <a:xfrm>
              <a:off x="621956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"/>
            <p:cNvSpPr/>
            <p:nvPr/>
          </p:nvSpPr>
          <p:spPr>
            <a:xfrm>
              <a:off x="621956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"/>
            <p:cNvSpPr/>
            <p:nvPr/>
          </p:nvSpPr>
          <p:spPr>
            <a:xfrm>
              <a:off x="621956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"/>
            <p:cNvSpPr/>
            <p:nvPr/>
          </p:nvSpPr>
          <p:spPr>
            <a:xfrm>
              <a:off x="621956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"/>
            <p:cNvSpPr/>
            <p:nvPr/>
          </p:nvSpPr>
          <p:spPr>
            <a:xfrm>
              <a:off x="621956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"/>
            <p:cNvSpPr/>
            <p:nvPr/>
          </p:nvSpPr>
          <p:spPr>
            <a:xfrm>
              <a:off x="621956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"/>
            <p:cNvSpPr/>
            <p:nvPr/>
          </p:nvSpPr>
          <p:spPr>
            <a:xfrm>
              <a:off x="621956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"/>
            <p:cNvSpPr/>
            <p:nvPr/>
          </p:nvSpPr>
          <p:spPr>
            <a:xfrm>
              <a:off x="621955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"/>
            <p:cNvSpPr/>
            <p:nvPr/>
          </p:nvSpPr>
          <p:spPr>
            <a:xfrm>
              <a:off x="621955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"/>
            <p:cNvSpPr/>
            <p:nvPr/>
          </p:nvSpPr>
          <p:spPr>
            <a:xfrm>
              <a:off x="621955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"/>
            <p:cNvSpPr/>
            <p:nvPr/>
          </p:nvSpPr>
          <p:spPr>
            <a:xfrm>
              <a:off x="621955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"/>
            <p:cNvSpPr/>
            <p:nvPr/>
          </p:nvSpPr>
          <p:spPr>
            <a:xfrm>
              <a:off x="621955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"/>
            <p:cNvSpPr/>
            <p:nvPr/>
          </p:nvSpPr>
          <p:spPr>
            <a:xfrm>
              <a:off x="621955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"/>
            <p:cNvSpPr/>
            <p:nvPr/>
          </p:nvSpPr>
          <p:spPr>
            <a:xfrm>
              <a:off x="621954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"/>
            <p:cNvSpPr/>
            <p:nvPr/>
          </p:nvSpPr>
          <p:spPr>
            <a:xfrm>
              <a:off x="621954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"/>
            <p:cNvSpPr/>
            <p:nvPr/>
          </p:nvSpPr>
          <p:spPr>
            <a:xfrm>
              <a:off x="646526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"/>
            <p:cNvSpPr/>
            <p:nvPr/>
          </p:nvSpPr>
          <p:spPr>
            <a:xfrm>
              <a:off x="646526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"/>
            <p:cNvSpPr/>
            <p:nvPr/>
          </p:nvSpPr>
          <p:spPr>
            <a:xfrm>
              <a:off x="646526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"/>
            <p:cNvSpPr/>
            <p:nvPr/>
          </p:nvSpPr>
          <p:spPr>
            <a:xfrm>
              <a:off x="646526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"/>
            <p:cNvSpPr/>
            <p:nvPr/>
          </p:nvSpPr>
          <p:spPr>
            <a:xfrm>
              <a:off x="646526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"/>
            <p:cNvSpPr/>
            <p:nvPr/>
          </p:nvSpPr>
          <p:spPr>
            <a:xfrm>
              <a:off x="646526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"/>
            <p:cNvSpPr/>
            <p:nvPr/>
          </p:nvSpPr>
          <p:spPr>
            <a:xfrm>
              <a:off x="646526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"/>
            <p:cNvSpPr/>
            <p:nvPr/>
          </p:nvSpPr>
          <p:spPr>
            <a:xfrm>
              <a:off x="646526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"/>
            <p:cNvSpPr/>
            <p:nvPr/>
          </p:nvSpPr>
          <p:spPr>
            <a:xfrm>
              <a:off x="646526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"/>
            <p:cNvSpPr/>
            <p:nvPr/>
          </p:nvSpPr>
          <p:spPr>
            <a:xfrm>
              <a:off x="646526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"/>
            <p:cNvSpPr/>
            <p:nvPr/>
          </p:nvSpPr>
          <p:spPr>
            <a:xfrm>
              <a:off x="646526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"/>
            <p:cNvSpPr/>
            <p:nvPr/>
          </p:nvSpPr>
          <p:spPr>
            <a:xfrm>
              <a:off x="646526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"/>
            <p:cNvSpPr/>
            <p:nvPr/>
          </p:nvSpPr>
          <p:spPr>
            <a:xfrm>
              <a:off x="646524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"/>
            <p:cNvSpPr/>
            <p:nvPr/>
          </p:nvSpPr>
          <p:spPr>
            <a:xfrm>
              <a:off x="646524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"/>
            <p:cNvSpPr/>
            <p:nvPr/>
          </p:nvSpPr>
          <p:spPr>
            <a:xfrm>
              <a:off x="646524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"/>
            <p:cNvSpPr/>
            <p:nvPr/>
          </p:nvSpPr>
          <p:spPr>
            <a:xfrm>
              <a:off x="646524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"/>
            <p:cNvSpPr/>
            <p:nvPr/>
          </p:nvSpPr>
          <p:spPr>
            <a:xfrm>
              <a:off x="646524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"/>
            <p:cNvSpPr/>
            <p:nvPr/>
          </p:nvSpPr>
          <p:spPr>
            <a:xfrm>
              <a:off x="646524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"/>
            <p:cNvSpPr/>
            <p:nvPr/>
          </p:nvSpPr>
          <p:spPr>
            <a:xfrm>
              <a:off x="646523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"/>
            <p:cNvSpPr/>
            <p:nvPr/>
          </p:nvSpPr>
          <p:spPr>
            <a:xfrm>
              <a:off x="646523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"/>
            <p:cNvSpPr/>
            <p:nvPr/>
          </p:nvSpPr>
          <p:spPr>
            <a:xfrm>
              <a:off x="671095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"/>
            <p:cNvSpPr/>
            <p:nvPr/>
          </p:nvSpPr>
          <p:spPr>
            <a:xfrm>
              <a:off x="671095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"/>
            <p:cNvSpPr/>
            <p:nvPr/>
          </p:nvSpPr>
          <p:spPr>
            <a:xfrm>
              <a:off x="671095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"/>
            <p:cNvSpPr/>
            <p:nvPr/>
          </p:nvSpPr>
          <p:spPr>
            <a:xfrm>
              <a:off x="671095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"/>
            <p:cNvSpPr/>
            <p:nvPr/>
          </p:nvSpPr>
          <p:spPr>
            <a:xfrm>
              <a:off x="671095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"/>
            <p:cNvSpPr/>
            <p:nvPr/>
          </p:nvSpPr>
          <p:spPr>
            <a:xfrm>
              <a:off x="671095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"/>
            <p:cNvSpPr/>
            <p:nvPr/>
          </p:nvSpPr>
          <p:spPr>
            <a:xfrm>
              <a:off x="671095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"/>
            <p:cNvSpPr/>
            <p:nvPr/>
          </p:nvSpPr>
          <p:spPr>
            <a:xfrm>
              <a:off x="671095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"/>
            <p:cNvSpPr/>
            <p:nvPr/>
          </p:nvSpPr>
          <p:spPr>
            <a:xfrm>
              <a:off x="671095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"/>
            <p:cNvSpPr/>
            <p:nvPr/>
          </p:nvSpPr>
          <p:spPr>
            <a:xfrm>
              <a:off x="671095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"/>
            <p:cNvSpPr/>
            <p:nvPr/>
          </p:nvSpPr>
          <p:spPr>
            <a:xfrm>
              <a:off x="671095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"/>
            <p:cNvSpPr/>
            <p:nvPr/>
          </p:nvSpPr>
          <p:spPr>
            <a:xfrm>
              <a:off x="671095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"/>
            <p:cNvSpPr/>
            <p:nvPr/>
          </p:nvSpPr>
          <p:spPr>
            <a:xfrm>
              <a:off x="671094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"/>
            <p:cNvSpPr/>
            <p:nvPr/>
          </p:nvSpPr>
          <p:spPr>
            <a:xfrm>
              <a:off x="671094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"/>
            <p:cNvSpPr/>
            <p:nvPr/>
          </p:nvSpPr>
          <p:spPr>
            <a:xfrm>
              <a:off x="671094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"/>
            <p:cNvSpPr/>
            <p:nvPr/>
          </p:nvSpPr>
          <p:spPr>
            <a:xfrm>
              <a:off x="671094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"/>
            <p:cNvSpPr/>
            <p:nvPr/>
          </p:nvSpPr>
          <p:spPr>
            <a:xfrm>
              <a:off x="671094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"/>
            <p:cNvSpPr/>
            <p:nvPr/>
          </p:nvSpPr>
          <p:spPr>
            <a:xfrm>
              <a:off x="671094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"/>
            <p:cNvSpPr/>
            <p:nvPr/>
          </p:nvSpPr>
          <p:spPr>
            <a:xfrm>
              <a:off x="671093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"/>
            <p:cNvSpPr/>
            <p:nvPr/>
          </p:nvSpPr>
          <p:spPr>
            <a:xfrm>
              <a:off x="671093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"/>
            <p:cNvSpPr/>
            <p:nvPr/>
          </p:nvSpPr>
          <p:spPr>
            <a:xfrm>
              <a:off x="695665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"/>
            <p:cNvSpPr/>
            <p:nvPr/>
          </p:nvSpPr>
          <p:spPr>
            <a:xfrm>
              <a:off x="695665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"/>
            <p:cNvSpPr/>
            <p:nvPr/>
          </p:nvSpPr>
          <p:spPr>
            <a:xfrm>
              <a:off x="695665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"/>
            <p:cNvSpPr/>
            <p:nvPr/>
          </p:nvSpPr>
          <p:spPr>
            <a:xfrm>
              <a:off x="695665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"/>
            <p:cNvSpPr/>
            <p:nvPr/>
          </p:nvSpPr>
          <p:spPr>
            <a:xfrm>
              <a:off x="695665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"/>
            <p:cNvSpPr/>
            <p:nvPr/>
          </p:nvSpPr>
          <p:spPr>
            <a:xfrm>
              <a:off x="695665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"/>
            <p:cNvSpPr/>
            <p:nvPr/>
          </p:nvSpPr>
          <p:spPr>
            <a:xfrm>
              <a:off x="695665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"/>
            <p:cNvSpPr/>
            <p:nvPr/>
          </p:nvSpPr>
          <p:spPr>
            <a:xfrm>
              <a:off x="695665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"/>
            <p:cNvSpPr/>
            <p:nvPr/>
          </p:nvSpPr>
          <p:spPr>
            <a:xfrm>
              <a:off x="695665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"/>
            <p:cNvSpPr/>
            <p:nvPr/>
          </p:nvSpPr>
          <p:spPr>
            <a:xfrm>
              <a:off x="695665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"/>
            <p:cNvSpPr/>
            <p:nvPr/>
          </p:nvSpPr>
          <p:spPr>
            <a:xfrm>
              <a:off x="695665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"/>
            <p:cNvSpPr/>
            <p:nvPr/>
          </p:nvSpPr>
          <p:spPr>
            <a:xfrm>
              <a:off x="695665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"/>
            <p:cNvSpPr/>
            <p:nvPr/>
          </p:nvSpPr>
          <p:spPr>
            <a:xfrm>
              <a:off x="695663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"/>
            <p:cNvSpPr/>
            <p:nvPr/>
          </p:nvSpPr>
          <p:spPr>
            <a:xfrm>
              <a:off x="695663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"/>
            <p:cNvSpPr/>
            <p:nvPr/>
          </p:nvSpPr>
          <p:spPr>
            <a:xfrm>
              <a:off x="695663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"/>
            <p:cNvSpPr/>
            <p:nvPr/>
          </p:nvSpPr>
          <p:spPr>
            <a:xfrm>
              <a:off x="695663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"/>
            <p:cNvSpPr/>
            <p:nvPr/>
          </p:nvSpPr>
          <p:spPr>
            <a:xfrm>
              <a:off x="695663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"/>
            <p:cNvSpPr/>
            <p:nvPr/>
          </p:nvSpPr>
          <p:spPr>
            <a:xfrm>
              <a:off x="695663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"/>
            <p:cNvSpPr/>
            <p:nvPr/>
          </p:nvSpPr>
          <p:spPr>
            <a:xfrm>
              <a:off x="695662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"/>
            <p:cNvSpPr/>
            <p:nvPr/>
          </p:nvSpPr>
          <p:spPr>
            <a:xfrm>
              <a:off x="695662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"/>
            <p:cNvSpPr/>
            <p:nvPr/>
          </p:nvSpPr>
          <p:spPr>
            <a:xfrm>
              <a:off x="720234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"/>
            <p:cNvSpPr/>
            <p:nvPr/>
          </p:nvSpPr>
          <p:spPr>
            <a:xfrm>
              <a:off x="720234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"/>
            <p:cNvSpPr/>
            <p:nvPr/>
          </p:nvSpPr>
          <p:spPr>
            <a:xfrm>
              <a:off x="720234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"/>
            <p:cNvSpPr/>
            <p:nvPr/>
          </p:nvSpPr>
          <p:spPr>
            <a:xfrm>
              <a:off x="720234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"/>
            <p:cNvSpPr/>
            <p:nvPr/>
          </p:nvSpPr>
          <p:spPr>
            <a:xfrm>
              <a:off x="720234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"/>
            <p:cNvSpPr/>
            <p:nvPr/>
          </p:nvSpPr>
          <p:spPr>
            <a:xfrm>
              <a:off x="720234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"/>
            <p:cNvSpPr/>
            <p:nvPr/>
          </p:nvSpPr>
          <p:spPr>
            <a:xfrm>
              <a:off x="720234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"/>
            <p:cNvSpPr/>
            <p:nvPr/>
          </p:nvSpPr>
          <p:spPr>
            <a:xfrm>
              <a:off x="720234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"/>
            <p:cNvSpPr/>
            <p:nvPr/>
          </p:nvSpPr>
          <p:spPr>
            <a:xfrm>
              <a:off x="720234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"/>
            <p:cNvSpPr/>
            <p:nvPr/>
          </p:nvSpPr>
          <p:spPr>
            <a:xfrm>
              <a:off x="720234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"/>
            <p:cNvSpPr/>
            <p:nvPr/>
          </p:nvSpPr>
          <p:spPr>
            <a:xfrm>
              <a:off x="720234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"/>
            <p:cNvSpPr/>
            <p:nvPr/>
          </p:nvSpPr>
          <p:spPr>
            <a:xfrm>
              <a:off x="720234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"/>
            <p:cNvSpPr/>
            <p:nvPr/>
          </p:nvSpPr>
          <p:spPr>
            <a:xfrm>
              <a:off x="720233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"/>
            <p:cNvSpPr/>
            <p:nvPr/>
          </p:nvSpPr>
          <p:spPr>
            <a:xfrm>
              <a:off x="720233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"/>
            <p:cNvSpPr/>
            <p:nvPr/>
          </p:nvSpPr>
          <p:spPr>
            <a:xfrm>
              <a:off x="720233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"/>
            <p:cNvSpPr/>
            <p:nvPr/>
          </p:nvSpPr>
          <p:spPr>
            <a:xfrm>
              <a:off x="720233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"/>
            <p:cNvSpPr/>
            <p:nvPr/>
          </p:nvSpPr>
          <p:spPr>
            <a:xfrm>
              <a:off x="720233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"/>
            <p:cNvSpPr/>
            <p:nvPr/>
          </p:nvSpPr>
          <p:spPr>
            <a:xfrm>
              <a:off x="720233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"/>
            <p:cNvSpPr/>
            <p:nvPr/>
          </p:nvSpPr>
          <p:spPr>
            <a:xfrm>
              <a:off x="720232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"/>
            <p:cNvSpPr/>
            <p:nvPr/>
          </p:nvSpPr>
          <p:spPr>
            <a:xfrm>
              <a:off x="720232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"/>
            <p:cNvSpPr/>
            <p:nvPr/>
          </p:nvSpPr>
          <p:spPr>
            <a:xfrm>
              <a:off x="744804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"/>
            <p:cNvSpPr/>
            <p:nvPr/>
          </p:nvSpPr>
          <p:spPr>
            <a:xfrm>
              <a:off x="744804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"/>
            <p:cNvSpPr/>
            <p:nvPr/>
          </p:nvSpPr>
          <p:spPr>
            <a:xfrm>
              <a:off x="744804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"/>
            <p:cNvSpPr/>
            <p:nvPr/>
          </p:nvSpPr>
          <p:spPr>
            <a:xfrm>
              <a:off x="744804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"/>
            <p:cNvSpPr/>
            <p:nvPr/>
          </p:nvSpPr>
          <p:spPr>
            <a:xfrm>
              <a:off x="744804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"/>
            <p:cNvSpPr/>
            <p:nvPr/>
          </p:nvSpPr>
          <p:spPr>
            <a:xfrm>
              <a:off x="744804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"/>
            <p:cNvSpPr/>
            <p:nvPr/>
          </p:nvSpPr>
          <p:spPr>
            <a:xfrm>
              <a:off x="744804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"/>
            <p:cNvSpPr/>
            <p:nvPr/>
          </p:nvSpPr>
          <p:spPr>
            <a:xfrm>
              <a:off x="744804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"/>
            <p:cNvSpPr/>
            <p:nvPr/>
          </p:nvSpPr>
          <p:spPr>
            <a:xfrm>
              <a:off x="744804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"/>
            <p:cNvSpPr/>
            <p:nvPr/>
          </p:nvSpPr>
          <p:spPr>
            <a:xfrm>
              <a:off x="744804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"/>
            <p:cNvSpPr/>
            <p:nvPr/>
          </p:nvSpPr>
          <p:spPr>
            <a:xfrm>
              <a:off x="744804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"/>
            <p:cNvSpPr/>
            <p:nvPr/>
          </p:nvSpPr>
          <p:spPr>
            <a:xfrm>
              <a:off x="744804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"/>
            <p:cNvSpPr/>
            <p:nvPr/>
          </p:nvSpPr>
          <p:spPr>
            <a:xfrm>
              <a:off x="744802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"/>
            <p:cNvSpPr/>
            <p:nvPr/>
          </p:nvSpPr>
          <p:spPr>
            <a:xfrm>
              <a:off x="744802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"/>
            <p:cNvSpPr/>
            <p:nvPr/>
          </p:nvSpPr>
          <p:spPr>
            <a:xfrm>
              <a:off x="744802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"/>
            <p:cNvSpPr/>
            <p:nvPr/>
          </p:nvSpPr>
          <p:spPr>
            <a:xfrm>
              <a:off x="744802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"/>
            <p:cNvSpPr/>
            <p:nvPr/>
          </p:nvSpPr>
          <p:spPr>
            <a:xfrm>
              <a:off x="744802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"/>
            <p:cNvSpPr/>
            <p:nvPr/>
          </p:nvSpPr>
          <p:spPr>
            <a:xfrm>
              <a:off x="744802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"/>
            <p:cNvSpPr/>
            <p:nvPr/>
          </p:nvSpPr>
          <p:spPr>
            <a:xfrm>
              <a:off x="744801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"/>
            <p:cNvSpPr/>
            <p:nvPr/>
          </p:nvSpPr>
          <p:spPr>
            <a:xfrm>
              <a:off x="744801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"/>
            <p:cNvSpPr/>
            <p:nvPr/>
          </p:nvSpPr>
          <p:spPr>
            <a:xfrm>
              <a:off x="769373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"/>
            <p:cNvSpPr/>
            <p:nvPr/>
          </p:nvSpPr>
          <p:spPr>
            <a:xfrm>
              <a:off x="769373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"/>
            <p:cNvSpPr/>
            <p:nvPr/>
          </p:nvSpPr>
          <p:spPr>
            <a:xfrm>
              <a:off x="769373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"/>
            <p:cNvSpPr/>
            <p:nvPr/>
          </p:nvSpPr>
          <p:spPr>
            <a:xfrm>
              <a:off x="769373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"/>
            <p:cNvSpPr/>
            <p:nvPr/>
          </p:nvSpPr>
          <p:spPr>
            <a:xfrm>
              <a:off x="769373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"/>
            <p:cNvSpPr/>
            <p:nvPr/>
          </p:nvSpPr>
          <p:spPr>
            <a:xfrm>
              <a:off x="769373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"/>
            <p:cNvSpPr/>
            <p:nvPr/>
          </p:nvSpPr>
          <p:spPr>
            <a:xfrm>
              <a:off x="769373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"/>
            <p:cNvSpPr/>
            <p:nvPr/>
          </p:nvSpPr>
          <p:spPr>
            <a:xfrm>
              <a:off x="769373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"/>
            <p:cNvSpPr/>
            <p:nvPr/>
          </p:nvSpPr>
          <p:spPr>
            <a:xfrm>
              <a:off x="769373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"/>
            <p:cNvSpPr/>
            <p:nvPr/>
          </p:nvSpPr>
          <p:spPr>
            <a:xfrm>
              <a:off x="769373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"/>
            <p:cNvSpPr/>
            <p:nvPr/>
          </p:nvSpPr>
          <p:spPr>
            <a:xfrm>
              <a:off x="769373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"/>
            <p:cNvSpPr/>
            <p:nvPr/>
          </p:nvSpPr>
          <p:spPr>
            <a:xfrm>
              <a:off x="769373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"/>
            <p:cNvSpPr/>
            <p:nvPr/>
          </p:nvSpPr>
          <p:spPr>
            <a:xfrm>
              <a:off x="76937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"/>
            <p:cNvSpPr/>
            <p:nvPr/>
          </p:nvSpPr>
          <p:spPr>
            <a:xfrm>
              <a:off x="76937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"/>
            <p:cNvSpPr/>
            <p:nvPr/>
          </p:nvSpPr>
          <p:spPr>
            <a:xfrm>
              <a:off x="76937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"/>
            <p:cNvSpPr/>
            <p:nvPr/>
          </p:nvSpPr>
          <p:spPr>
            <a:xfrm>
              <a:off x="76937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"/>
            <p:cNvSpPr/>
            <p:nvPr/>
          </p:nvSpPr>
          <p:spPr>
            <a:xfrm>
              <a:off x="76937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"/>
            <p:cNvSpPr/>
            <p:nvPr/>
          </p:nvSpPr>
          <p:spPr>
            <a:xfrm>
              <a:off x="76937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"/>
            <p:cNvSpPr/>
            <p:nvPr/>
          </p:nvSpPr>
          <p:spPr>
            <a:xfrm>
              <a:off x="76937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"/>
            <p:cNvSpPr/>
            <p:nvPr/>
          </p:nvSpPr>
          <p:spPr>
            <a:xfrm>
              <a:off x="76937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"/>
            <p:cNvSpPr/>
            <p:nvPr/>
          </p:nvSpPr>
          <p:spPr>
            <a:xfrm>
              <a:off x="793943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"/>
            <p:cNvSpPr/>
            <p:nvPr/>
          </p:nvSpPr>
          <p:spPr>
            <a:xfrm>
              <a:off x="793943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"/>
            <p:cNvSpPr/>
            <p:nvPr/>
          </p:nvSpPr>
          <p:spPr>
            <a:xfrm>
              <a:off x="793943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"/>
            <p:cNvSpPr/>
            <p:nvPr/>
          </p:nvSpPr>
          <p:spPr>
            <a:xfrm>
              <a:off x="793943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"/>
            <p:cNvSpPr/>
            <p:nvPr/>
          </p:nvSpPr>
          <p:spPr>
            <a:xfrm>
              <a:off x="793943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"/>
            <p:cNvSpPr/>
            <p:nvPr/>
          </p:nvSpPr>
          <p:spPr>
            <a:xfrm>
              <a:off x="793943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"/>
            <p:cNvSpPr/>
            <p:nvPr/>
          </p:nvSpPr>
          <p:spPr>
            <a:xfrm>
              <a:off x="793943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"/>
            <p:cNvSpPr/>
            <p:nvPr/>
          </p:nvSpPr>
          <p:spPr>
            <a:xfrm>
              <a:off x="793943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"/>
            <p:cNvSpPr/>
            <p:nvPr/>
          </p:nvSpPr>
          <p:spPr>
            <a:xfrm>
              <a:off x="793943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"/>
            <p:cNvSpPr/>
            <p:nvPr/>
          </p:nvSpPr>
          <p:spPr>
            <a:xfrm>
              <a:off x="793943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"/>
            <p:cNvSpPr/>
            <p:nvPr/>
          </p:nvSpPr>
          <p:spPr>
            <a:xfrm>
              <a:off x="793943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"/>
            <p:cNvSpPr/>
            <p:nvPr/>
          </p:nvSpPr>
          <p:spPr>
            <a:xfrm>
              <a:off x="793943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"/>
            <p:cNvSpPr/>
            <p:nvPr/>
          </p:nvSpPr>
          <p:spPr>
            <a:xfrm>
              <a:off x="793941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"/>
            <p:cNvSpPr/>
            <p:nvPr/>
          </p:nvSpPr>
          <p:spPr>
            <a:xfrm>
              <a:off x="793941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"/>
            <p:cNvSpPr/>
            <p:nvPr/>
          </p:nvSpPr>
          <p:spPr>
            <a:xfrm>
              <a:off x="793941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"/>
            <p:cNvSpPr/>
            <p:nvPr/>
          </p:nvSpPr>
          <p:spPr>
            <a:xfrm>
              <a:off x="793941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"/>
            <p:cNvSpPr/>
            <p:nvPr/>
          </p:nvSpPr>
          <p:spPr>
            <a:xfrm>
              <a:off x="793941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"/>
            <p:cNvSpPr/>
            <p:nvPr/>
          </p:nvSpPr>
          <p:spPr>
            <a:xfrm>
              <a:off x="793941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"/>
            <p:cNvSpPr/>
            <p:nvPr/>
          </p:nvSpPr>
          <p:spPr>
            <a:xfrm>
              <a:off x="793940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"/>
            <p:cNvSpPr/>
            <p:nvPr/>
          </p:nvSpPr>
          <p:spPr>
            <a:xfrm>
              <a:off x="793940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"/>
            <p:cNvSpPr/>
            <p:nvPr/>
          </p:nvSpPr>
          <p:spPr>
            <a:xfrm>
              <a:off x="818512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"/>
            <p:cNvSpPr/>
            <p:nvPr/>
          </p:nvSpPr>
          <p:spPr>
            <a:xfrm>
              <a:off x="818512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"/>
            <p:cNvSpPr/>
            <p:nvPr/>
          </p:nvSpPr>
          <p:spPr>
            <a:xfrm>
              <a:off x="818512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"/>
            <p:cNvSpPr/>
            <p:nvPr/>
          </p:nvSpPr>
          <p:spPr>
            <a:xfrm>
              <a:off x="818512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"/>
            <p:cNvSpPr/>
            <p:nvPr/>
          </p:nvSpPr>
          <p:spPr>
            <a:xfrm>
              <a:off x="818512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"/>
            <p:cNvSpPr/>
            <p:nvPr/>
          </p:nvSpPr>
          <p:spPr>
            <a:xfrm>
              <a:off x="818512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"/>
            <p:cNvSpPr/>
            <p:nvPr/>
          </p:nvSpPr>
          <p:spPr>
            <a:xfrm>
              <a:off x="818512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"/>
            <p:cNvSpPr/>
            <p:nvPr/>
          </p:nvSpPr>
          <p:spPr>
            <a:xfrm>
              <a:off x="818512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"/>
            <p:cNvSpPr/>
            <p:nvPr/>
          </p:nvSpPr>
          <p:spPr>
            <a:xfrm>
              <a:off x="818512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"/>
            <p:cNvSpPr/>
            <p:nvPr/>
          </p:nvSpPr>
          <p:spPr>
            <a:xfrm>
              <a:off x="818512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"/>
            <p:cNvSpPr/>
            <p:nvPr/>
          </p:nvSpPr>
          <p:spPr>
            <a:xfrm>
              <a:off x="818512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"/>
            <p:cNvSpPr/>
            <p:nvPr/>
          </p:nvSpPr>
          <p:spPr>
            <a:xfrm>
              <a:off x="818512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"/>
            <p:cNvSpPr/>
            <p:nvPr/>
          </p:nvSpPr>
          <p:spPr>
            <a:xfrm>
              <a:off x="818511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"/>
            <p:cNvSpPr/>
            <p:nvPr/>
          </p:nvSpPr>
          <p:spPr>
            <a:xfrm>
              <a:off x="818511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"/>
            <p:cNvSpPr/>
            <p:nvPr/>
          </p:nvSpPr>
          <p:spPr>
            <a:xfrm>
              <a:off x="818511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"/>
            <p:cNvSpPr/>
            <p:nvPr/>
          </p:nvSpPr>
          <p:spPr>
            <a:xfrm>
              <a:off x="818511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"/>
            <p:cNvSpPr/>
            <p:nvPr/>
          </p:nvSpPr>
          <p:spPr>
            <a:xfrm>
              <a:off x="818511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"/>
            <p:cNvSpPr/>
            <p:nvPr/>
          </p:nvSpPr>
          <p:spPr>
            <a:xfrm>
              <a:off x="818511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"/>
            <p:cNvSpPr/>
            <p:nvPr/>
          </p:nvSpPr>
          <p:spPr>
            <a:xfrm>
              <a:off x="818510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"/>
            <p:cNvSpPr/>
            <p:nvPr/>
          </p:nvSpPr>
          <p:spPr>
            <a:xfrm>
              <a:off x="818510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"/>
            <p:cNvSpPr/>
            <p:nvPr/>
          </p:nvSpPr>
          <p:spPr>
            <a:xfrm>
              <a:off x="843082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"/>
            <p:cNvSpPr/>
            <p:nvPr/>
          </p:nvSpPr>
          <p:spPr>
            <a:xfrm>
              <a:off x="843082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"/>
            <p:cNvSpPr/>
            <p:nvPr/>
          </p:nvSpPr>
          <p:spPr>
            <a:xfrm>
              <a:off x="843082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"/>
            <p:cNvSpPr/>
            <p:nvPr/>
          </p:nvSpPr>
          <p:spPr>
            <a:xfrm>
              <a:off x="843082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"/>
            <p:cNvSpPr/>
            <p:nvPr/>
          </p:nvSpPr>
          <p:spPr>
            <a:xfrm>
              <a:off x="843082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"/>
            <p:cNvSpPr/>
            <p:nvPr/>
          </p:nvSpPr>
          <p:spPr>
            <a:xfrm>
              <a:off x="843082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"/>
            <p:cNvSpPr/>
            <p:nvPr/>
          </p:nvSpPr>
          <p:spPr>
            <a:xfrm>
              <a:off x="843082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"/>
            <p:cNvSpPr/>
            <p:nvPr/>
          </p:nvSpPr>
          <p:spPr>
            <a:xfrm>
              <a:off x="843082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"/>
            <p:cNvSpPr/>
            <p:nvPr/>
          </p:nvSpPr>
          <p:spPr>
            <a:xfrm>
              <a:off x="843082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"/>
            <p:cNvSpPr/>
            <p:nvPr/>
          </p:nvSpPr>
          <p:spPr>
            <a:xfrm>
              <a:off x="843082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"/>
            <p:cNvSpPr/>
            <p:nvPr/>
          </p:nvSpPr>
          <p:spPr>
            <a:xfrm>
              <a:off x="843082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"/>
            <p:cNvSpPr/>
            <p:nvPr/>
          </p:nvSpPr>
          <p:spPr>
            <a:xfrm>
              <a:off x="843082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"/>
            <p:cNvSpPr/>
            <p:nvPr/>
          </p:nvSpPr>
          <p:spPr>
            <a:xfrm>
              <a:off x="843081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"/>
            <p:cNvSpPr/>
            <p:nvPr/>
          </p:nvSpPr>
          <p:spPr>
            <a:xfrm>
              <a:off x="843081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"/>
            <p:cNvSpPr/>
            <p:nvPr/>
          </p:nvSpPr>
          <p:spPr>
            <a:xfrm>
              <a:off x="843081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"/>
            <p:cNvSpPr/>
            <p:nvPr/>
          </p:nvSpPr>
          <p:spPr>
            <a:xfrm>
              <a:off x="843081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"/>
            <p:cNvSpPr/>
            <p:nvPr/>
          </p:nvSpPr>
          <p:spPr>
            <a:xfrm>
              <a:off x="843081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"/>
            <p:cNvSpPr/>
            <p:nvPr/>
          </p:nvSpPr>
          <p:spPr>
            <a:xfrm>
              <a:off x="843081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"/>
            <p:cNvSpPr/>
            <p:nvPr/>
          </p:nvSpPr>
          <p:spPr>
            <a:xfrm>
              <a:off x="843079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"/>
            <p:cNvSpPr/>
            <p:nvPr/>
          </p:nvSpPr>
          <p:spPr>
            <a:xfrm>
              <a:off x="843079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"/>
            <p:cNvSpPr/>
            <p:nvPr/>
          </p:nvSpPr>
          <p:spPr>
            <a:xfrm>
              <a:off x="867651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"/>
            <p:cNvSpPr/>
            <p:nvPr/>
          </p:nvSpPr>
          <p:spPr>
            <a:xfrm>
              <a:off x="867651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"/>
            <p:cNvSpPr/>
            <p:nvPr/>
          </p:nvSpPr>
          <p:spPr>
            <a:xfrm>
              <a:off x="867651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"/>
            <p:cNvSpPr/>
            <p:nvPr/>
          </p:nvSpPr>
          <p:spPr>
            <a:xfrm>
              <a:off x="867651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"/>
            <p:cNvSpPr/>
            <p:nvPr/>
          </p:nvSpPr>
          <p:spPr>
            <a:xfrm>
              <a:off x="867651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"/>
            <p:cNvSpPr/>
            <p:nvPr/>
          </p:nvSpPr>
          <p:spPr>
            <a:xfrm>
              <a:off x="867651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"/>
            <p:cNvSpPr/>
            <p:nvPr/>
          </p:nvSpPr>
          <p:spPr>
            <a:xfrm>
              <a:off x="867651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"/>
            <p:cNvSpPr/>
            <p:nvPr/>
          </p:nvSpPr>
          <p:spPr>
            <a:xfrm>
              <a:off x="867651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"/>
            <p:cNvSpPr/>
            <p:nvPr/>
          </p:nvSpPr>
          <p:spPr>
            <a:xfrm>
              <a:off x="867651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"/>
            <p:cNvSpPr/>
            <p:nvPr/>
          </p:nvSpPr>
          <p:spPr>
            <a:xfrm>
              <a:off x="867651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"/>
            <p:cNvSpPr/>
            <p:nvPr/>
          </p:nvSpPr>
          <p:spPr>
            <a:xfrm>
              <a:off x="867651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"/>
            <p:cNvSpPr/>
            <p:nvPr/>
          </p:nvSpPr>
          <p:spPr>
            <a:xfrm>
              <a:off x="867651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"/>
            <p:cNvSpPr/>
            <p:nvPr/>
          </p:nvSpPr>
          <p:spPr>
            <a:xfrm>
              <a:off x="867650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"/>
            <p:cNvSpPr/>
            <p:nvPr/>
          </p:nvSpPr>
          <p:spPr>
            <a:xfrm>
              <a:off x="867650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"/>
            <p:cNvSpPr/>
            <p:nvPr/>
          </p:nvSpPr>
          <p:spPr>
            <a:xfrm>
              <a:off x="867650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"/>
            <p:cNvSpPr/>
            <p:nvPr/>
          </p:nvSpPr>
          <p:spPr>
            <a:xfrm>
              <a:off x="867650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"/>
            <p:cNvSpPr/>
            <p:nvPr/>
          </p:nvSpPr>
          <p:spPr>
            <a:xfrm>
              <a:off x="867650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"/>
            <p:cNvSpPr/>
            <p:nvPr/>
          </p:nvSpPr>
          <p:spPr>
            <a:xfrm>
              <a:off x="867650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"/>
            <p:cNvSpPr/>
            <p:nvPr/>
          </p:nvSpPr>
          <p:spPr>
            <a:xfrm>
              <a:off x="867649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"/>
            <p:cNvSpPr/>
            <p:nvPr/>
          </p:nvSpPr>
          <p:spPr>
            <a:xfrm>
              <a:off x="867649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"/>
            <p:cNvSpPr/>
            <p:nvPr/>
          </p:nvSpPr>
          <p:spPr>
            <a:xfrm>
              <a:off x="89222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"/>
            <p:cNvSpPr/>
            <p:nvPr/>
          </p:nvSpPr>
          <p:spPr>
            <a:xfrm>
              <a:off x="89222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"/>
            <p:cNvSpPr/>
            <p:nvPr/>
          </p:nvSpPr>
          <p:spPr>
            <a:xfrm>
              <a:off x="89222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"/>
            <p:cNvSpPr/>
            <p:nvPr/>
          </p:nvSpPr>
          <p:spPr>
            <a:xfrm>
              <a:off x="89222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"/>
            <p:cNvSpPr/>
            <p:nvPr/>
          </p:nvSpPr>
          <p:spPr>
            <a:xfrm>
              <a:off x="89222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"/>
            <p:cNvSpPr/>
            <p:nvPr/>
          </p:nvSpPr>
          <p:spPr>
            <a:xfrm>
              <a:off x="89222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"/>
            <p:cNvSpPr/>
            <p:nvPr/>
          </p:nvSpPr>
          <p:spPr>
            <a:xfrm>
              <a:off x="89222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"/>
            <p:cNvSpPr/>
            <p:nvPr/>
          </p:nvSpPr>
          <p:spPr>
            <a:xfrm>
              <a:off x="89222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"/>
            <p:cNvSpPr/>
            <p:nvPr/>
          </p:nvSpPr>
          <p:spPr>
            <a:xfrm>
              <a:off x="89222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"/>
            <p:cNvSpPr/>
            <p:nvPr/>
          </p:nvSpPr>
          <p:spPr>
            <a:xfrm>
              <a:off x="89222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"/>
            <p:cNvSpPr/>
            <p:nvPr/>
          </p:nvSpPr>
          <p:spPr>
            <a:xfrm>
              <a:off x="89222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"/>
            <p:cNvSpPr/>
            <p:nvPr/>
          </p:nvSpPr>
          <p:spPr>
            <a:xfrm>
              <a:off x="89222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"/>
            <p:cNvSpPr/>
            <p:nvPr/>
          </p:nvSpPr>
          <p:spPr>
            <a:xfrm>
              <a:off x="89222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"/>
            <p:cNvSpPr/>
            <p:nvPr/>
          </p:nvSpPr>
          <p:spPr>
            <a:xfrm>
              <a:off x="89222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"/>
            <p:cNvSpPr/>
            <p:nvPr/>
          </p:nvSpPr>
          <p:spPr>
            <a:xfrm>
              <a:off x="89222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"/>
            <p:cNvSpPr/>
            <p:nvPr/>
          </p:nvSpPr>
          <p:spPr>
            <a:xfrm>
              <a:off x="89222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"/>
            <p:cNvSpPr/>
            <p:nvPr/>
          </p:nvSpPr>
          <p:spPr>
            <a:xfrm>
              <a:off x="89222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"/>
            <p:cNvSpPr/>
            <p:nvPr/>
          </p:nvSpPr>
          <p:spPr>
            <a:xfrm>
              <a:off x="89222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"/>
            <p:cNvSpPr/>
            <p:nvPr/>
          </p:nvSpPr>
          <p:spPr>
            <a:xfrm>
              <a:off x="89221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"/>
            <p:cNvSpPr/>
            <p:nvPr/>
          </p:nvSpPr>
          <p:spPr>
            <a:xfrm>
              <a:off x="89221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"/>
            <p:cNvSpPr/>
            <p:nvPr/>
          </p:nvSpPr>
          <p:spPr>
            <a:xfrm>
              <a:off x="2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"/>
            <p:cNvSpPr/>
            <p:nvPr/>
          </p:nvSpPr>
          <p:spPr>
            <a:xfrm>
              <a:off x="21763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"/>
            <p:cNvSpPr/>
            <p:nvPr/>
          </p:nvSpPr>
          <p:spPr>
            <a:xfrm>
              <a:off x="43523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"/>
            <p:cNvSpPr/>
            <p:nvPr/>
          </p:nvSpPr>
          <p:spPr>
            <a:xfrm>
              <a:off x="65284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"/>
            <p:cNvSpPr/>
            <p:nvPr/>
          </p:nvSpPr>
          <p:spPr>
            <a:xfrm>
              <a:off x="87044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"/>
            <p:cNvSpPr/>
            <p:nvPr/>
          </p:nvSpPr>
          <p:spPr>
            <a:xfrm>
              <a:off x="108805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"/>
            <p:cNvSpPr/>
            <p:nvPr/>
          </p:nvSpPr>
          <p:spPr>
            <a:xfrm>
              <a:off x="130566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"/>
            <p:cNvSpPr/>
            <p:nvPr/>
          </p:nvSpPr>
          <p:spPr>
            <a:xfrm>
              <a:off x="155135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"/>
            <p:cNvSpPr/>
            <p:nvPr/>
          </p:nvSpPr>
          <p:spPr>
            <a:xfrm>
              <a:off x="179705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"/>
            <p:cNvSpPr/>
            <p:nvPr/>
          </p:nvSpPr>
          <p:spPr>
            <a:xfrm>
              <a:off x="204274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"/>
            <p:cNvSpPr/>
            <p:nvPr/>
          </p:nvSpPr>
          <p:spPr>
            <a:xfrm>
              <a:off x="228844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"/>
            <p:cNvSpPr/>
            <p:nvPr/>
          </p:nvSpPr>
          <p:spPr>
            <a:xfrm>
              <a:off x="253413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"/>
            <p:cNvSpPr/>
            <p:nvPr/>
          </p:nvSpPr>
          <p:spPr>
            <a:xfrm>
              <a:off x="277983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"/>
            <p:cNvSpPr/>
            <p:nvPr/>
          </p:nvSpPr>
          <p:spPr>
            <a:xfrm>
              <a:off x="302552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"/>
            <p:cNvSpPr/>
            <p:nvPr/>
          </p:nvSpPr>
          <p:spPr>
            <a:xfrm>
              <a:off x="327122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"/>
            <p:cNvSpPr/>
            <p:nvPr/>
          </p:nvSpPr>
          <p:spPr>
            <a:xfrm>
              <a:off x="351691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"/>
            <p:cNvSpPr/>
            <p:nvPr/>
          </p:nvSpPr>
          <p:spPr>
            <a:xfrm>
              <a:off x="37626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"/>
            <p:cNvSpPr/>
            <p:nvPr/>
          </p:nvSpPr>
          <p:spPr>
            <a:xfrm>
              <a:off x="400830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"/>
            <p:cNvSpPr/>
            <p:nvPr/>
          </p:nvSpPr>
          <p:spPr>
            <a:xfrm>
              <a:off x="425400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"/>
            <p:cNvSpPr/>
            <p:nvPr/>
          </p:nvSpPr>
          <p:spPr>
            <a:xfrm>
              <a:off x="449969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"/>
            <p:cNvSpPr/>
            <p:nvPr/>
          </p:nvSpPr>
          <p:spPr>
            <a:xfrm>
              <a:off x="474539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"/>
            <p:cNvSpPr/>
            <p:nvPr/>
          </p:nvSpPr>
          <p:spPr>
            <a:xfrm>
              <a:off x="4991089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"/>
            <p:cNvSpPr/>
            <p:nvPr/>
          </p:nvSpPr>
          <p:spPr>
            <a:xfrm>
              <a:off x="523678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"/>
            <p:cNvSpPr/>
            <p:nvPr/>
          </p:nvSpPr>
          <p:spPr>
            <a:xfrm>
              <a:off x="5482479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"/>
            <p:cNvSpPr/>
            <p:nvPr/>
          </p:nvSpPr>
          <p:spPr>
            <a:xfrm>
              <a:off x="572817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"/>
            <p:cNvSpPr/>
            <p:nvPr/>
          </p:nvSpPr>
          <p:spPr>
            <a:xfrm>
              <a:off x="597387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"/>
            <p:cNvSpPr/>
            <p:nvPr/>
          </p:nvSpPr>
          <p:spPr>
            <a:xfrm>
              <a:off x="621956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"/>
            <p:cNvSpPr/>
            <p:nvPr/>
          </p:nvSpPr>
          <p:spPr>
            <a:xfrm>
              <a:off x="646526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"/>
            <p:cNvSpPr/>
            <p:nvPr/>
          </p:nvSpPr>
          <p:spPr>
            <a:xfrm>
              <a:off x="671095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"/>
            <p:cNvSpPr/>
            <p:nvPr/>
          </p:nvSpPr>
          <p:spPr>
            <a:xfrm>
              <a:off x="695665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"/>
            <p:cNvSpPr/>
            <p:nvPr/>
          </p:nvSpPr>
          <p:spPr>
            <a:xfrm>
              <a:off x="720234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"/>
            <p:cNvSpPr/>
            <p:nvPr/>
          </p:nvSpPr>
          <p:spPr>
            <a:xfrm>
              <a:off x="744804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"/>
            <p:cNvSpPr/>
            <p:nvPr/>
          </p:nvSpPr>
          <p:spPr>
            <a:xfrm>
              <a:off x="769373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"/>
            <p:cNvSpPr/>
            <p:nvPr/>
          </p:nvSpPr>
          <p:spPr>
            <a:xfrm>
              <a:off x="793943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"/>
            <p:cNvSpPr/>
            <p:nvPr/>
          </p:nvSpPr>
          <p:spPr>
            <a:xfrm>
              <a:off x="818512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"/>
            <p:cNvSpPr/>
            <p:nvPr/>
          </p:nvSpPr>
          <p:spPr>
            <a:xfrm>
              <a:off x="843082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"/>
            <p:cNvSpPr/>
            <p:nvPr/>
          </p:nvSpPr>
          <p:spPr>
            <a:xfrm>
              <a:off x="867651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"/>
            <p:cNvSpPr/>
            <p:nvPr/>
          </p:nvSpPr>
          <p:spPr>
            <a:xfrm>
              <a:off x="89222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"/>
            <p:cNvSpPr/>
            <p:nvPr/>
          </p:nvSpPr>
          <p:spPr>
            <a:xfrm>
              <a:off x="91679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"/>
            <p:cNvSpPr/>
            <p:nvPr/>
          </p:nvSpPr>
          <p:spPr>
            <a:xfrm>
              <a:off x="91679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"/>
            <p:cNvSpPr/>
            <p:nvPr/>
          </p:nvSpPr>
          <p:spPr>
            <a:xfrm>
              <a:off x="91679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"/>
            <p:cNvSpPr/>
            <p:nvPr/>
          </p:nvSpPr>
          <p:spPr>
            <a:xfrm>
              <a:off x="91679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"/>
            <p:cNvSpPr/>
            <p:nvPr/>
          </p:nvSpPr>
          <p:spPr>
            <a:xfrm>
              <a:off x="91679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"/>
            <p:cNvSpPr/>
            <p:nvPr/>
          </p:nvSpPr>
          <p:spPr>
            <a:xfrm>
              <a:off x="91679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"/>
            <p:cNvSpPr/>
            <p:nvPr/>
          </p:nvSpPr>
          <p:spPr>
            <a:xfrm>
              <a:off x="91679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"/>
            <p:cNvSpPr/>
            <p:nvPr/>
          </p:nvSpPr>
          <p:spPr>
            <a:xfrm>
              <a:off x="91679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"/>
            <p:cNvSpPr/>
            <p:nvPr/>
          </p:nvSpPr>
          <p:spPr>
            <a:xfrm>
              <a:off x="91679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"/>
            <p:cNvSpPr/>
            <p:nvPr/>
          </p:nvSpPr>
          <p:spPr>
            <a:xfrm>
              <a:off x="91679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"/>
            <p:cNvSpPr/>
            <p:nvPr/>
          </p:nvSpPr>
          <p:spPr>
            <a:xfrm>
              <a:off x="91679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"/>
            <p:cNvSpPr/>
            <p:nvPr/>
          </p:nvSpPr>
          <p:spPr>
            <a:xfrm>
              <a:off x="91679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"/>
            <p:cNvSpPr/>
            <p:nvPr/>
          </p:nvSpPr>
          <p:spPr>
            <a:xfrm>
              <a:off x="91679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"/>
            <p:cNvSpPr/>
            <p:nvPr/>
          </p:nvSpPr>
          <p:spPr>
            <a:xfrm>
              <a:off x="91679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"/>
            <p:cNvSpPr/>
            <p:nvPr/>
          </p:nvSpPr>
          <p:spPr>
            <a:xfrm>
              <a:off x="91679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"/>
            <p:cNvSpPr/>
            <p:nvPr/>
          </p:nvSpPr>
          <p:spPr>
            <a:xfrm>
              <a:off x="91679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"/>
            <p:cNvSpPr/>
            <p:nvPr/>
          </p:nvSpPr>
          <p:spPr>
            <a:xfrm>
              <a:off x="91679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3"/>
            <p:cNvSpPr/>
            <p:nvPr/>
          </p:nvSpPr>
          <p:spPr>
            <a:xfrm>
              <a:off x="91679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"/>
            <p:cNvSpPr/>
            <p:nvPr/>
          </p:nvSpPr>
          <p:spPr>
            <a:xfrm>
              <a:off x="91678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"/>
            <p:cNvSpPr/>
            <p:nvPr/>
          </p:nvSpPr>
          <p:spPr>
            <a:xfrm>
              <a:off x="91678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3"/>
            <p:cNvSpPr/>
            <p:nvPr/>
          </p:nvSpPr>
          <p:spPr>
            <a:xfrm>
              <a:off x="91679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8" name="Google Shape;1658;p3"/>
          <p:cNvSpPr txBox="1">
            <a:spLocks noGrp="1"/>
          </p:cNvSpPr>
          <p:nvPr>
            <p:ph type="title"/>
          </p:nvPr>
        </p:nvSpPr>
        <p:spPr>
          <a:xfrm>
            <a:off x="739125" y="2180475"/>
            <a:ext cx="3747900" cy="11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59" name="Google Shape;1659;p3"/>
          <p:cNvSpPr txBox="1">
            <a:spLocks noGrp="1"/>
          </p:cNvSpPr>
          <p:nvPr>
            <p:ph type="title" idx="2" hasCustomPrompt="1"/>
          </p:nvPr>
        </p:nvSpPr>
        <p:spPr>
          <a:xfrm>
            <a:off x="861922" y="1223000"/>
            <a:ext cx="900900" cy="841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60" name="Google Shape;1660;p3"/>
          <p:cNvSpPr txBox="1">
            <a:spLocks noGrp="1"/>
          </p:cNvSpPr>
          <p:nvPr>
            <p:ph type="subTitle" idx="1"/>
          </p:nvPr>
        </p:nvSpPr>
        <p:spPr>
          <a:xfrm>
            <a:off x="739125" y="3277571"/>
            <a:ext cx="3747900" cy="6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3" name="Google Shape;3323;p6"/>
          <p:cNvGrpSpPr/>
          <p:nvPr/>
        </p:nvGrpSpPr>
        <p:grpSpPr>
          <a:xfrm>
            <a:off x="38150" y="35427"/>
            <a:ext cx="9067465" cy="5072518"/>
            <a:chOff x="0" y="-63776"/>
            <a:chExt cx="9309513" cy="5207389"/>
          </a:xfrm>
        </p:grpSpPr>
        <p:sp>
          <p:nvSpPr>
            <p:cNvPr id="3324" name="Google Shape;3324;p6"/>
            <p:cNvSpPr/>
            <p:nvPr/>
          </p:nvSpPr>
          <p:spPr>
            <a:xfrm>
              <a:off x="2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6"/>
            <p:cNvSpPr/>
            <p:nvPr/>
          </p:nvSpPr>
          <p:spPr>
            <a:xfrm>
              <a:off x="2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6"/>
            <p:cNvSpPr/>
            <p:nvPr/>
          </p:nvSpPr>
          <p:spPr>
            <a:xfrm>
              <a:off x="2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6"/>
            <p:cNvSpPr/>
            <p:nvPr/>
          </p:nvSpPr>
          <p:spPr>
            <a:xfrm>
              <a:off x="2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6"/>
            <p:cNvSpPr/>
            <p:nvPr/>
          </p:nvSpPr>
          <p:spPr>
            <a:xfrm>
              <a:off x="2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6"/>
            <p:cNvSpPr/>
            <p:nvPr/>
          </p:nvSpPr>
          <p:spPr>
            <a:xfrm>
              <a:off x="2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6"/>
            <p:cNvSpPr/>
            <p:nvPr/>
          </p:nvSpPr>
          <p:spPr>
            <a:xfrm>
              <a:off x="2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6"/>
            <p:cNvSpPr/>
            <p:nvPr/>
          </p:nvSpPr>
          <p:spPr>
            <a:xfrm>
              <a:off x="2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6"/>
            <p:cNvSpPr/>
            <p:nvPr/>
          </p:nvSpPr>
          <p:spPr>
            <a:xfrm>
              <a:off x="2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6"/>
            <p:cNvSpPr/>
            <p:nvPr/>
          </p:nvSpPr>
          <p:spPr>
            <a:xfrm>
              <a:off x="2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6"/>
            <p:cNvSpPr/>
            <p:nvPr/>
          </p:nvSpPr>
          <p:spPr>
            <a:xfrm>
              <a:off x="2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6"/>
            <p:cNvSpPr/>
            <p:nvPr/>
          </p:nvSpPr>
          <p:spPr>
            <a:xfrm>
              <a:off x="2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6"/>
            <p:cNvSpPr/>
            <p:nvPr/>
          </p:nvSpPr>
          <p:spPr>
            <a:xfrm>
              <a:off x="1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6"/>
            <p:cNvSpPr/>
            <p:nvPr/>
          </p:nvSpPr>
          <p:spPr>
            <a:xfrm>
              <a:off x="1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6"/>
            <p:cNvSpPr/>
            <p:nvPr/>
          </p:nvSpPr>
          <p:spPr>
            <a:xfrm>
              <a:off x="1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6"/>
            <p:cNvSpPr/>
            <p:nvPr/>
          </p:nvSpPr>
          <p:spPr>
            <a:xfrm>
              <a:off x="1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6"/>
            <p:cNvSpPr/>
            <p:nvPr/>
          </p:nvSpPr>
          <p:spPr>
            <a:xfrm>
              <a:off x="1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6"/>
            <p:cNvSpPr/>
            <p:nvPr/>
          </p:nvSpPr>
          <p:spPr>
            <a:xfrm>
              <a:off x="1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6"/>
            <p:cNvSpPr/>
            <p:nvPr/>
          </p:nvSpPr>
          <p:spPr>
            <a:xfrm>
              <a:off x="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6"/>
            <p:cNvSpPr/>
            <p:nvPr/>
          </p:nvSpPr>
          <p:spPr>
            <a:xfrm>
              <a:off x="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6"/>
            <p:cNvSpPr/>
            <p:nvPr/>
          </p:nvSpPr>
          <p:spPr>
            <a:xfrm>
              <a:off x="21763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6"/>
            <p:cNvSpPr/>
            <p:nvPr/>
          </p:nvSpPr>
          <p:spPr>
            <a:xfrm>
              <a:off x="21763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6"/>
            <p:cNvSpPr/>
            <p:nvPr/>
          </p:nvSpPr>
          <p:spPr>
            <a:xfrm>
              <a:off x="21763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6"/>
            <p:cNvSpPr/>
            <p:nvPr/>
          </p:nvSpPr>
          <p:spPr>
            <a:xfrm>
              <a:off x="21763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6"/>
            <p:cNvSpPr/>
            <p:nvPr/>
          </p:nvSpPr>
          <p:spPr>
            <a:xfrm>
              <a:off x="21763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6"/>
            <p:cNvSpPr/>
            <p:nvPr/>
          </p:nvSpPr>
          <p:spPr>
            <a:xfrm>
              <a:off x="21763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6"/>
            <p:cNvSpPr/>
            <p:nvPr/>
          </p:nvSpPr>
          <p:spPr>
            <a:xfrm>
              <a:off x="21763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6"/>
            <p:cNvSpPr/>
            <p:nvPr/>
          </p:nvSpPr>
          <p:spPr>
            <a:xfrm>
              <a:off x="21763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6"/>
            <p:cNvSpPr/>
            <p:nvPr/>
          </p:nvSpPr>
          <p:spPr>
            <a:xfrm>
              <a:off x="21763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6"/>
            <p:cNvSpPr/>
            <p:nvPr/>
          </p:nvSpPr>
          <p:spPr>
            <a:xfrm>
              <a:off x="21763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6"/>
            <p:cNvSpPr/>
            <p:nvPr/>
          </p:nvSpPr>
          <p:spPr>
            <a:xfrm>
              <a:off x="21763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6"/>
            <p:cNvSpPr/>
            <p:nvPr/>
          </p:nvSpPr>
          <p:spPr>
            <a:xfrm>
              <a:off x="21763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6"/>
            <p:cNvSpPr/>
            <p:nvPr/>
          </p:nvSpPr>
          <p:spPr>
            <a:xfrm>
              <a:off x="21761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6"/>
            <p:cNvSpPr/>
            <p:nvPr/>
          </p:nvSpPr>
          <p:spPr>
            <a:xfrm>
              <a:off x="21761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6"/>
            <p:cNvSpPr/>
            <p:nvPr/>
          </p:nvSpPr>
          <p:spPr>
            <a:xfrm>
              <a:off x="21761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6"/>
            <p:cNvSpPr/>
            <p:nvPr/>
          </p:nvSpPr>
          <p:spPr>
            <a:xfrm>
              <a:off x="21761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6"/>
            <p:cNvSpPr/>
            <p:nvPr/>
          </p:nvSpPr>
          <p:spPr>
            <a:xfrm>
              <a:off x="21761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6"/>
            <p:cNvSpPr/>
            <p:nvPr/>
          </p:nvSpPr>
          <p:spPr>
            <a:xfrm>
              <a:off x="21761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6"/>
            <p:cNvSpPr/>
            <p:nvPr/>
          </p:nvSpPr>
          <p:spPr>
            <a:xfrm>
              <a:off x="21760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6"/>
            <p:cNvSpPr/>
            <p:nvPr/>
          </p:nvSpPr>
          <p:spPr>
            <a:xfrm>
              <a:off x="21760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6"/>
            <p:cNvSpPr/>
            <p:nvPr/>
          </p:nvSpPr>
          <p:spPr>
            <a:xfrm>
              <a:off x="43523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6"/>
            <p:cNvSpPr/>
            <p:nvPr/>
          </p:nvSpPr>
          <p:spPr>
            <a:xfrm>
              <a:off x="43523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6"/>
            <p:cNvSpPr/>
            <p:nvPr/>
          </p:nvSpPr>
          <p:spPr>
            <a:xfrm>
              <a:off x="43523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6"/>
            <p:cNvSpPr/>
            <p:nvPr/>
          </p:nvSpPr>
          <p:spPr>
            <a:xfrm>
              <a:off x="43523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6"/>
            <p:cNvSpPr/>
            <p:nvPr/>
          </p:nvSpPr>
          <p:spPr>
            <a:xfrm>
              <a:off x="43523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6"/>
            <p:cNvSpPr/>
            <p:nvPr/>
          </p:nvSpPr>
          <p:spPr>
            <a:xfrm>
              <a:off x="43523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6"/>
            <p:cNvSpPr/>
            <p:nvPr/>
          </p:nvSpPr>
          <p:spPr>
            <a:xfrm>
              <a:off x="43523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6"/>
            <p:cNvSpPr/>
            <p:nvPr/>
          </p:nvSpPr>
          <p:spPr>
            <a:xfrm>
              <a:off x="43523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6"/>
            <p:cNvSpPr/>
            <p:nvPr/>
          </p:nvSpPr>
          <p:spPr>
            <a:xfrm>
              <a:off x="43523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6"/>
            <p:cNvSpPr/>
            <p:nvPr/>
          </p:nvSpPr>
          <p:spPr>
            <a:xfrm>
              <a:off x="43523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6"/>
            <p:cNvSpPr/>
            <p:nvPr/>
          </p:nvSpPr>
          <p:spPr>
            <a:xfrm>
              <a:off x="43523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6"/>
            <p:cNvSpPr/>
            <p:nvPr/>
          </p:nvSpPr>
          <p:spPr>
            <a:xfrm>
              <a:off x="43523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6"/>
            <p:cNvSpPr/>
            <p:nvPr/>
          </p:nvSpPr>
          <p:spPr>
            <a:xfrm>
              <a:off x="4352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6"/>
            <p:cNvSpPr/>
            <p:nvPr/>
          </p:nvSpPr>
          <p:spPr>
            <a:xfrm>
              <a:off x="4352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6"/>
            <p:cNvSpPr/>
            <p:nvPr/>
          </p:nvSpPr>
          <p:spPr>
            <a:xfrm>
              <a:off x="4352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6"/>
            <p:cNvSpPr/>
            <p:nvPr/>
          </p:nvSpPr>
          <p:spPr>
            <a:xfrm>
              <a:off x="4352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6"/>
            <p:cNvSpPr/>
            <p:nvPr/>
          </p:nvSpPr>
          <p:spPr>
            <a:xfrm>
              <a:off x="4352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6"/>
            <p:cNvSpPr/>
            <p:nvPr/>
          </p:nvSpPr>
          <p:spPr>
            <a:xfrm>
              <a:off x="4352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6"/>
            <p:cNvSpPr/>
            <p:nvPr/>
          </p:nvSpPr>
          <p:spPr>
            <a:xfrm>
              <a:off x="4352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6"/>
            <p:cNvSpPr/>
            <p:nvPr/>
          </p:nvSpPr>
          <p:spPr>
            <a:xfrm>
              <a:off x="4352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6"/>
            <p:cNvSpPr/>
            <p:nvPr/>
          </p:nvSpPr>
          <p:spPr>
            <a:xfrm>
              <a:off x="65284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6"/>
            <p:cNvSpPr/>
            <p:nvPr/>
          </p:nvSpPr>
          <p:spPr>
            <a:xfrm>
              <a:off x="65284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6"/>
            <p:cNvSpPr/>
            <p:nvPr/>
          </p:nvSpPr>
          <p:spPr>
            <a:xfrm>
              <a:off x="65284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6"/>
            <p:cNvSpPr/>
            <p:nvPr/>
          </p:nvSpPr>
          <p:spPr>
            <a:xfrm>
              <a:off x="65284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6"/>
            <p:cNvSpPr/>
            <p:nvPr/>
          </p:nvSpPr>
          <p:spPr>
            <a:xfrm>
              <a:off x="65284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6"/>
            <p:cNvSpPr/>
            <p:nvPr/>
          </p:nvSpPr>
          <p:spPr>
            <a:xfrm>
              <a:off x="65284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6"/>
            <p:cNvSpPr/>
            <p:nvPr/>
          </p:nvSpPr>
          <p:spPr>
            <a:xfrm>
              <a:off x="65284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6"/>
            <p:cNvSpPr/>
            <p:nvPr/>
          </p:nvSpPr>
          <p:spPr>
            <a:xfrm>
              <a:off x="65284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6"/>
            <p:cNvSpPr/>
            <p:nvPr/>
          </p:nvSpPr>
          <p:spPr>
            <a:xfrm>
              <a:off x="65284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6"/>
            <p:cNvSpPr/>
            <p:nvPr/>
          </p:nvSpPr>
          <p:spPr>
            <a:xfrm>
              <a:off x="65284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6"/>
            <p:cNvSpPr/>
            <p:nvPr/>
          </p:nvSpPr>
          <p:spPr>
            <a:xfrm>
              <a:off x="65284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6"/>
            <p:cNvSpPr/>
            <p:nvPr/>
          </p:nvSpPr>
          <p:spPr>
            <a:xfrm>
              <a:off x="65284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6"/>
            <p:cNvSpPr/>
            <p:nvPr/>
          </p:nvSpPr>
          <p:spPr>
            <a:xfrm>
              <a:off x="65283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6"/>
            <p:cNvSpPr/>
            <p:nvPr/>
          </p:nvSpPr>
          <p:spPr>
            <a:xfrm>
              <a:off x="65283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6"/>
            <p:cNvSpPr/>
            <p:nvPr/>
          </p:nvSpPr>
          <p:spPr>
            <a:xfrm>
              <a:off x="65283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6"/>
            <p:cNvSpPr/>
            <p:nvPr/>
          </p:nvSpPr>
          <p:spPr>
            <a:xfrm>
              <a:off x="65283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6"/>
            <p:cNvSpPr/>
            <p:nvPr/>
          </p:nvSpPr>
          <p:spPr>
            <a:xfrm>
              <a:off x="65283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6"/>
            <p:cNvSpPr/>
            <p:nvPr/>
          </p:nvSpPr>
          <p:spPr>
            <a:xfrm>
              <a:off x="65283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6"/>
            <p:cNvSpPr/>
            <p:nvPr/>
          </p:nvSpPr>
          <p:spPr>
            <a:xfrm>
              <a:off x="65281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6"/>
            <p:cNvSpPr/>
            <p:nvPr/>
          </p:nvSpPr>
          <p:spPr>
            <a:xfrm>
              <a:off x="65281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6"/>
            <p:cNvSpPr/>
            <p:nvPr/>
          </p:nvSpPr>
          <p:spPr>
            <a:xfrm>
              <a:off x="87044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6"/>
            <p:cNvSpPr/>
            <p:nvPr/>
          </p:nvSpPr>
          <p:spPr>
            <a:xfrm>
              <a:off x="87044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6"/>
            <p:cNvSpPr/>
            <p:nvPr/>
          </p:nvSpPr>
          <p:spPr>
            <a:xfrm>
              <a:off x="87044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6"/>
            <p:cNvSpPr/>
            <p:nvPr/>
          </p:nvSpPr>
          <p:spPr>
            <a:xfrm>
              <a:off x="87044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6"/>
            <p:cNvSpPr/>
            <p:nvPr/>
          </p:nvSpPr>
          <p:spPr>
            <a:xfrm>
              <a:off x="87044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6"/>
            <p:cNvSpPr/>
            <p:nvPr/>
          </p:nvSpPr>
          <p:spPr>
            <a:xfrm>
              <a:off x="87044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6"/>
            <p:cNvSpPr/>
            <p:nvPr/>
          </p:nvSpPr>
          <p:spPr>
            <a:xfrm>
              <a:off x="87044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6"/>
            <p:cNvSpPr/>
            <p:nvPr/>
          </p:nvSpPr>
          <p:spPr>
            <a:xfrm>
              <a:off x="87044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6"/>
            <p:cNvSpPr/>
            <p:nvPr/>
          </p:nvSpPr>
          <p:spPr>
            <a:xfrm>
              <a:off x="87044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6"/>
            <p:cNvSpPr/>
            <p:nvPr/>
          </p:nvSpPr>
          <p:spPr>
            <a:xfrm>
              <a:off x="87044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6"/>
            <p:cNvSpPr/>
            <p:nvPr/>
          </p:nvSpPr>
          <p:spPr>
            <a:xfrm>
              <a:off x="87044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6"/>
            <p:cNvSpPr/>
            <p:nvPr/>
          </p:nvSpPr>
          <p:spPr>
            <a:xfrm>
              <a:off x="87044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6"/>
            <p:cNvSpPr/>
            <p:nvPr/>
          </p:nvSpPr>
          <p:spPr>
            <a:xfrm>
              <a:off x="87043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6"/>
            <p:cNvSpPr/>
            <p:nvPr/>
          </p:nvSpPr>
          <p:spPr>
            <a:xfrm>
              <a:off x="87043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6"/>
            <p:cNvSpPr/>
            <p:nvPr/>
          </p:nvSpPr>
          <p:spPr>
            <a:xfrm>
              <a:off x="87043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6"/>
            <p:cNvSpPr/>
            <p:nvPr/>
          </p:nvSpPr>
          <p:spPr>
            <a:xfrm>
              <a:off x="87043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6"/>
            <p:cNvSpPr/>
            <p:nvPr/>
          </p:nvSpPr>
          <p:spPr>
            <a:xfrm>
              <a:off x="87043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6"/>
            <p:cNvSpPr/>
            <p:nvPr/>
          </p:nvSpPr>
          <p:spPr>
            <a:xfrm>
              <a:off x="87043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6"/>
            <p:cNvSpPr/>
            <p:nvPr/>
          </p:nvSpPr>
          <p:spPr>
            <a:xfrm>
              <a:off x="87042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6"/>
            <p:cNvSpPr/>
            <p:nvPr/>
          </p:nvSpPr>
          <p:spPr>
            <a:xfrm>
              <a:off x="87042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6"/>
            <p:cNvSpPr/>
            <p:nvPr/>
          </p:nvSpPr>
          <p:spPr>
            <a:xfrm>
              <a:off x="108805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6"/>
            <p:cNvSpPr/>
            <p:nvPr/>
          </p:nvSpPr>
          <p:spPr>
            <a:xfrm>
              <a:off x="108805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6"/>
            <p:cNvSpPr/>
            <p:nvPr/>
          </p:nvSpPr>
          <p:spPr>
            <a:xfrm>
              <a:off x="108805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6"/>
            <p:cNvSpPr/>
            <p:nvPr/>
          </p:nvSpPr>
          <p:spPr>
            <a:xfrm>
              <a:off x="108805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6"/>
            <p:cNvSpPr/>
            <p:nvPr/>
          </p:nvSpPr>
          <p:spPr>
            <a:xfrm>
              <a:off x="108805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6"/>
            <p:cNvSpPr/>
            <p:nvPr/>
          </p:nvSpPr>
          <p:spPr>
            <a:xfrm>
              <a:off x="108805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6"/>
            <p:cNvSpPr/>
            <p:nvPr/>
          </p:nvSpPr>
          <p:spPr>
            <a:xfrm>
              <a:off x="108805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6"/>
            <p:cNvSpPr/>
            <p:nvPr/>
          </p:nvSpPr>
          <p:spPr>
            <a:xfrm>
              <a:off x="108805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6"/>
            <p:cNvSpPr/>
            <p:nvPr/>
          </p:nvSpPr>
          <p:spPr>
            <a:xfrm>
              <a:off x="108805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6"/>
            <p:cNvSpPr/>
            <p:nvPr/>
          </p:nvSpPr>
          <p:spPr>
            <a:xfrm>
              <a:off x="108805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6"/>
            <p:cNvSpPr/>
            <p:nvPr/>
          </p:nvSpPr>
          <p:spPr>
            <a:xfrm>
              <a:off x="108805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6"/>
            <p:cNvSpPr/>
            <p:nvPr/>
          </p:nvSpPr>
          <p:spPr>
            <a:xfrm>
              <a:off x="108805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6"/>
            <p:cNvSpPr/>
            <p:nvPr/>
          </p:nvSpPr>
          <p:spPr>
            <a:xfrm>
              <a:off x="108804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6"/>
            <p:cNvSpPr/>
            <p:nvPr/>
          </p:nvSpPr>
          <p:spPr>
            <a:xfrm>
              <a:off x="108804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6"/>
            <p:cNvSpPr/>
            <p:nvPr/>
          </p:nvSpPr>
          <p:spPr>
            <a:xfrm>
              <a:off x="108804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6"/>
            <p:cNvSpPr/>
            <p:nvPr/>
          </p:nvSpPr>
          <p:spPr>
            <a:xfrm>
              <a:off x="108804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6"/>
            <p:cNvSpPr/>
            <p:nvPr/>
          </p:nvSpPr>
          <p:spPr>
            <a:xfrm>
              <a:off x="108804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6"/>
            <p:cNvSpPr/>
            <p:nvPr/>
          </p:nvSpPr>
          <p:spPr>
            <a:xfrm>
              <a:off x="108804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6"/>
            <p:cNvSpPr/>
            <p:nvPr/>
          </p:nvSpPr>
          <p:spPr>
            <a:xfrm>
              <a:off x="108802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6"/>
            <p:cNvSpPr/>
            <p:nvPr/>
          </p:nvSpPr>
          <p:spPr>
            <a:xfrm>
              <a:off x="108802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6"/>
            <p:cNvSpPr/>
            <p:nvPr/>
          </p:nvSpPr>
          <p:spPr>
            <a:xfrm>
              <a:off x="130566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6"/>
            <p:cNvSpPr/>
            <p:nvPr/>
          </p:nvSpPr>
          <p:spPr>
            <a:xfrm>
              <a:off x="130566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6"/>
            <p:cNvSpPr/>
            <p:nvPr/>
          </p:nvSpPr>
          <p:spPr>
            <a:xfrm>
              <a:off x="130566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6"/>
            <p:cNvSpPr/>
            <p:nvPr/>
          </p:nvSpPr>
          <p:spPr>
            <a:xfrm>
              <a:off x="130566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6"/>
            <p:cNvSpPr/>
            <p:nvPr/>
          </p:nvSpPr>
          <p:spPr>
            <a:xfrm>
              <a:off x="130566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6"/>
            <p:cNvSpPr/>
            <p:nvPr/>
          </p:nvSpPr>
          <p:spPr>
            <a:xfrm>
              <a:off x="130566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6"/>
            <p:cNvSpPr/>
            <p:nvPr/>
          </p:nvSpPr>
          <p:spPr>
            <a:xfrm>
              <a:off x="130566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6"/>
            <p:cNvSpPr/>
            <p:nvPr/>
          </p:nvSpPr>
          <p:spPr>
            <a:xfrm>
              <a:off x="130566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6"/>
            <p:cNvSpPr/>
            <p:nvPr/>
          </p:nvSpPr>
          <p:spPr>
            <a:xfrm>
              <a:off x="130566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6"/>
            <p:cNvSpPr/>
            <p:nvPr/>
          </p:nvSpPr>
          <p:spPr>
            <a:xfrm>
              <a:off x="130566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6"/>
            <p:cNvSpPr/>
            <p:nvPr/>
          </p:nvSpPr>
          <p:spPr>
            <a:xfrm>
              <a:off x="130566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6"/>
            <p:cNvSpPr/>
            <p:nvPr/>
          </p:nvSpPr>
          <p:spPr>
            <a:xfrm>
              <a:off x="130566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6"/>
            <p:cNvSpPr/>
            <p:nvPr/>
          </p:nvSpPr>
          <p:spPr>
            <a:xfrm>
              <a:off x="130564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6"/>
            <p:cNvSpPr/>
            <p:nvPr/>
          </p:nvSpPr>
          <p:spPr>
            <a:xfrm>
              <a:off x="130564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6"/>
            <p:cNvSpPr/>
            <p:nvPr/>
          </p:nvSpPr>
          <p:spPr>
            <a:xfrm>
              <a:off x="130564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6"/>
            <p:cNvSpPr/>
            <p:nvPr/>
          </p:nvSpPr>
          <p:spPr>
            <a:xfrm>
              <a:off x="130564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6"/>
            <p:cNvSpPr/>
            <p:nvPr/>
          </p:nvSpPr>
          <p:spPr>
            <a:xfrm>
              <a:off x="130564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6"/>
            <p:cNvSpPr/>
            <p:nvPr/>
          </p:nvSpPr>
          <p:spPr>
            <a:xfrm>
              <a:off x="130564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6"/>
            <p:cNvSpPr/>
            <p:nvPr/>
          </p:nvSpPr>
          <p:spPr>
            <a:xfrm>
              <a:off x="130563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6"/>
            <p:cNvSpPr/>
            <p:nvPr/>
          </p:nvSpPr>
          <p:spPr>
            <a:xfrm>
              <a:off x="130563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6"/>
            <p:cNvSpPr/>
            <p:nvPr/>
          </p:nvSpPr>
          <p:spPr>
            <a:xfrm>
              <a:off x="155135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6"/>
            <p:cNvSpPr/>
            <p:nvPr/>
          </p:nvSpPr>
          <p:spPr>
            <a:xfrm>
              <a:off x="155135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6"/>
            <p:cNvSpPr/>
            <p:nvPr/>
          </p:nvSpPr>
          <p:spPr>
            <a:xfrm>
              <a:off x="155135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6"/>
            <p:cNvSpPr/>
            <p:nvPr/>
          </p:nvSpPr>
          <p:spPr>
            <a:xfrm>
              <a:off x="155135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6"/>
            <p:cNvSpPr/>
            <p:nvPr/>
          </p:nvSpPr>
          <p:spPr>
            <a:xfrm>
              <a:off x="155135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6"/>
            <p:cNvSpPr/>
            <p:nvPr/>
          </p:nvSpPr>
          <p:spPr>
            <a:xfrm>
              <a:off x="155135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6"/>
            <p:cNvSpPr/>
            <p:nvPr/>
          </p:nvSpPr>
          <p:spPr>
            <a:xfrm>
              <a:off x="155135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6"/>
            <p:cNvSpPr/>
            <p:nvPr/>
          </p:nvSpPr>
          <p:spPr>
            <a:xfrm>
              <a:off x="155135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6"/>
            <p:cNvSpPr/>
            <p:nvPr/>
          </p:nvSpPr>
          <p:spPr>
            <a:xfrm>
              <a:off x="155135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6"/>
            <p:cNvSpPr/>
            <p:nvPr/>
          </p:nvSpPr>
          <p:spPr>
            <a:xfrm>
              <a:off x="155135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6"/>
            <p:cNvSpPr/>
            <p:nvPr/>
          </p:nvSpPr>
          <p:spPr>
            <a:xfrm>
              <a:off x="155135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6"/>
            <p:cNvSpPr/>
            <p:nvPr/>
          </p:nvSpPr>
          <p:spPr>
            <a:xfrm>
              <a:off x="155135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6"/>
            <p:cNvSpPr/>
            <p:nvPr/>
          </p:nvSpPr>
          <p:spPr>
            <a:xfrm>
              <a:off x="155134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6"/>
            <p:cNvSpPr/>
            <p:nvPr/>
          </p:nvSpPr>
          <p:spPr>
            <a:xfrm>
              <a:off x="155134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6"/>
            <p:cNvSpPr/>
            <p:nvPr/>
          </p:nvSpPr>
          <p:spPr>
            <a:xfrm>
              <a:off x="155134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6"/>
            <p:cNvSpPr/>
            <p:nvPr/>
          </p:nvSpPr>
          <p:spPr>
            <a:xfrm>
              <a:off x="155134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6"/>
            <p:cNvSpPr/>
            <p:nvPr/>
          </p:nvSpPr>
          <p:spPr>
            <a:xfrm>
              <a:off x="155134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6"/>
            <p:cNvSpPr/>
            <p:nvPr/>
          </p:nvSpPr>
          <p:spPr>
            <a:xfrm>
              <a:off x="155134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6"/>
            <p:cNvSpPr/>
            <p:nvPr/>
          </p:nvSpPr>
          <p:spPr>
            <a:xfrm>
              <a:off x="155133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6"/>
            <p:cNvSpPr/>
            <p:nvPr/>
          </p:nvSpPr>
          <p:spPr>
            <a:xfrm>
              <a:off x="155133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6"/>
            <p:cNvSpPr/>
            <p:nvPr/>
          </p:nvSpPr>
          <p:spPr>
            <a:xfrm>
              <a:off x="179705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6"/>
            <p:cNvSpPr/>
            <p:nvPr/>
          </p:nvSpPr>
          <p:spPr>
            <a:xfrm>
              <a:off x="179705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6"/>
            <p:cNvSpPr/>
            <p:nvPr/>
          </p:nvSpPr>
          <p:spPr>
            <a:xfrm>
              <a:off x="179705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6"/>
            <p:cNvSpPr/>
            <p:nvPr/>
          </p:nvSpPr>
          <p:spPr>
            <a:xfrm>
              <a:off x="179705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6"/>
            <p:cNvSpPr/>
            <p:nvPr/>
          </p:nvSpPr>
          <p:spPr>
            <a:xfrm>
              <a:off x="179705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6"/>
            <p:cNvSpPr/>
            <p:nvPr/>
          </p:nvSpPr>
          <p:spPr>
            <a:xfrm>
              <a:off x="179705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6"/>
            <p:cNvSpPr/>
            <p:nvPr/>
          </p:nvSpPr>
          <p:spPr>
            <a:xfrm>
              <a:off x="179705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6"/>
            <p:cNvSpPr/>
            <p:nvPr/>
          </p:nvSpPr>
          <p:spPr>
            <a:xfrm>
              <a:off x="179705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6"/>
            <p:cNvSpPr/>
            <p:nvPr/>
          </p:nvSpPr>
          <p:spPr>
            <a:xfrm>
              <a:off x="179705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6"/>
            <p:cNvSpPr/>
            <p:nvPr/>
          </p:nvSpPr>
          <p:spPr>
            <a:xfrm>
              <a:off x="179705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6"/>
            <p:cNvSpPr/>
            <p:nvPr/>
          </p:nvSpPr>
          <p:spPr>
            <a:xfrm>
              <a:off x="179705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6"/>
            <p:cNvSpPr/>
            <p:nvPr/>
          </p:nvSpPr>
          <p:spPr>
            <a:xfrm>
              <a:off x="179705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6"/>
            <p:cNvSpPr/>
            <p:nvPr/>
          </p:nvSpPr>
          <p:spPr>
            <a:xfrm>
              <a:off x="179703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6"/>
            <p:cNvSpPr/>
            <p:nvPr/>
          </p:nvSpPr>
          <p:spPr>
            <a:xfrm>
              <a:off x="179703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6"/>
            <p:cNvSpPr/>
            <p:nvPr/>
          </p:nvSpPr>
          <p:spPr>
            <a:xfrm>
              <a:off x="179703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6"/>
            <p:cNvSpPr/>
            <p:nvPr/>
          </p:nvSpPr>
          <p:spPr>
            <a:xfrm>
              <a:off x="179703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6"/>
            <p:cNvSpPr/>
            <p:nvPr/>
          </p:nvSpPr>
          <p:spPr>
            <a:xfrm>
              <a:off x="179703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6"/>
            <p:cNvSpPr/>
            <p:nvPr/>
          </p:nvSpPr>
          <p:spPr>
            <a:xfrm>
              <a:off x="179703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6"/>
            <p:cNvSpPr/>
            <p:nvPr/>
          </p:nvSpPr>
          <p:spPr>
            <a:xfrm>
              <a:off x="179702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6"/>
            <p:cNvSpPr/>
            <p:nvPr/>
          </p:nvSpPr>
          <p:spPr>
            <a:xfrm>
              <a:off x="179702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6"/>
            <p:cNvSpPr/>
            <p:nvPr/>
          </p:nvSpPr>
          <p:spPr>
            <a:xfrm>
              <a:off x="204274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6"/>
            <p:cNvSpPr/>
            <p:nvPr/>
          </p:nvSpPr>
          <p:spPr>
            <a:xfrm>
              <a:off x="204274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6"/>
            <p:cNvSpPr/>
            <p:nvPr/>
          </p:nvSpPr>
          <p:spPr>
            <a:xfrm>
              <a:off x="204274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6"/>
            <p:cNvSpPr/>
            <p:nvPr/>
          </p:nvSpPr>
          <p:spPr>
            <a:xfrm>
              <a:off x="204274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6"/>
            <p:cNvSpPr/>
            <p:nvPr/>
          </p:nvSpPr>
          <p:spPr>
            <a:xfrm>
              <a:off x="204274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6"/>
            <p:cNvSpPr/>
            <p:nvPr/>
          </p:nvSpPr>
          <p:spPr>
            <a:xfrm>
              <a:off x="204274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6"/>
            <p:cNvSpPr/>
            <p:nvPr/>
          </p:nvSpPr>
          <p:spPr>
            <a:xfrm>
              <a:off x="204274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6"/>
            <p:cNvSpPr/>
            <p:nvPr/>
          </p:nvSpPr>
          <p:spPr>
            <a:xfrm>
              <a:off x="204274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6"/>
            <p:cNvSpPr/>
            <p:nvPr/>
          </p:nvSpPr>
          <p:spPr>
            <a:xfrm>
              <a:off x="204274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6"/>
            <p:cNvSpPr/>
            <p:nvPr/>
          </p:nvSpPr>
          <p:spPr>
            <a:xfrm>
              <a:off x="204274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6"/>
            <p:cNvSpPr/>
            <p:nvPr/>
          </p:nvSpPr>
          <p:spPr>
            <a:xfrm>
              <a:off x="204274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6"/>
            <p:cNvSpPr/>
            <p:nvPr/>
          </p:nvSpPr>
          <p:spPr>
            <a:xfrm>
              <a:off x="204274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6"/>
            <p:cNvSpPr/>
            <p:nvPr/>
          </p:nvSpPr>
          <p:spPr>
            <a:xfrm>
              <a:off x="204273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6"/>
            <p:cNvSpPr/>
            <p:nvPr/>
          </p:nvSpPr>
          <p:spPr>
            <a:xfrm>
              <a:off x="204273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6"/>
            <p:cNvSpPr/>
            <p:nvPr/>
          </p:nvSpPr>
          <p:spPr>
            <a:xfrm>
              <a:off x="204273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6"/>
            <p:cNvSpPr/>
            <p:nvPr/>
          </p:nvSpPr>
          <p:spPr>
            <a:xfrm>
              <a:off x="204273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6"/>
            <p:cNvSpPr/>
            <p:nvPr/>
          </p:nvSpPr>
          <p:spPr>
            <a:xfrm>
              <a:off x="204273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6"/>
            <p:cNvSpPr/>
            <p:nvPr/>
          </p:nvSpPr>
          <p:spPr>
            <a:xfrm>
              <a:off x="204273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6"/>
            <p:cNvSpPr/>
            <p:nvPr/>
          </p:nvSpPr>
          <p:spPr>
            <a:xfrm>
              <a:off x="204272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6"/>
            <p:cNvSpPr/>
            <p:nvPr/>
          </p:nvSpPr>
          <p:spPr>
            <a:xfrm>
              <a:off x="204272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6"/>
            <p:cNvSpPr/>
            <p:nvPr/>
          </p:nvSpPr>
          <p:spPr>
            <a:xfrm>
              <a:off x="228844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6"/>
            <p:cNvSpPr/>
            <p:nvPr/>
          </p:nvSpPr>
          <p:spPr>
            <a:xfrm>
              <a:off x="228844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6"/>
            <p:cNvSpPr/>
            <p:nvPr/>
          </p:nvSpPr>
          <p:spPr>
            <a:xfrm>
              <a:off x="228844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6"/>
            <p:cNvSpPr/>
            <p:nvPr/>
          </p:nvSpPr>
          <p:spPr>
            <a:xfrm>
              <a:off x="228844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6"/>
            <p:cNvSpPr/>
            <p:nvPr/>
          </p:nvSpPr>
          <p:spPr>
            <a:xfrm>
              <a:off x="228844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6"/>
            <p:cNvSpPr/>
            <p:nvPr/>
          </p:nvSpPr>
          <p:spPr>
            <a:xfrm>
              <a:off x="228844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6"/>
            <p:cNvSpPr/>
            <p:nvPr/>
          </p:nvSpPr>
          <p:spPr>
            <a:xfrm>
              <a:off x="228844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6"/>
            <p:cNvSpPr/>
            <p:nvPr/>
          </p:nvSpPr>
          <p:spPr>
            <a:xfrm>
              <a:off x="228844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6"/>
            <p:cNvSpPr/>
            <p:nvPr/>
          </p:nvSpPr>
          <p:spPr>
            <a:xfrm>
              <a:off x="228844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6"/>
            <p:cNvSpPr/>
            <p:nvPr/>
          </p:nvSpPr>
          <p:spPr>
            <a:xfrm>
              <a:off x="228844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6"/>
            <p:cNvSpPr/>
            <p:nvPr/>
          </p:nvSpPr>
          <p:spPr>
            <a:xfrm>
              <a:off x="228844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6"/>
            <p:cNvSpPr/>
            <p:nvPr/>
          </p:nvSpPr>
          <p:spPr>
            <a:xfrm>
              <a:off x="228844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6"/>
            <p:cNvSpPr/>
            <p:nvPr/>
          </p:nvSpPr>
          <p:spPr>
            <a:xfrm>
              <a:off x="228842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6"/>
            <p:cNvSpPr/>
            <p:nvPr/>
          </p:nvSpPr>
          <p:spPr>
            <a:xfrm>
              <a:off x="228842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6"/>
            <p:cNvSpPr/>
            <p:nvPr/>
          </p:nvSpPr>
          <p:spPr>
            <a:xfrm>
              <a:off x="228842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6"/>
            <p:cNvSpPr/>
            <p:nvPr/>
          </p:nvSpPr>
          <p:spPr>
            <a:xfrm>
              <a:off x="228842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6"/>
            <p:cNvSpPr/>
            <p:nvPr/>
          </p:nvSpPr>
          <p:spPr>
            <a:xfrm>
              <a:off x="228842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6"/>
            <p:cNvSpPr/>
            <p:nvPr/>
          </p:nvSpPr>
          <p:spPr>
            <a:xfrm>
              <a:off x="228842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6"/>
            <p:cNvSpPr/>
            <p:nvPr/>
          </p:nvSpPr>
          <p:spPr>
            <a:xfrm>
              <a:off x="228841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6"/>
            <p:cNvSpPr/>
            <p:nvPr/>
          </p:nvSpPr>
          <p:spPr>
            <a:xfrm>
              <a:off x="228841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6"/>
            <p:cNvSpPr/>
            <p:nvPr/>
          </p:nvSpPr>
          <p:spPr>
            <a:xfrm>
              <a:off x="253413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6"/>
            <p:cNvSpPr/>
            <p:nvPr/>
          </p:nvSpPr>
          <p:spPr>
            <a:xfrm>
              <a:off x="253413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6"/>
            <p:cNvSpPr/>
            <p:nvPr/>
          </p:nvSpPr>
          <p:spPr>
            <a:xfrm>
              <a:off x="253413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6"/>
            <p:cNvSpPr/>
            <p:nvPr/>
          </p:nvSpPr>
          <p:spPr>
            <a:xfrm>
              <a:off x="253413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6"/>
            <p:cNvSpPr/>
            <p:nvPr/>
          </p:nvSpPr>
          <p:spPr>
            <a:xfrm>
              <a:off x="253413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6"/>
            <p:cNvSpPr/>
            <p:nvPr/>
          </p:nvSpPr>
          <p:spPr>
            <a:xfrm>
              <a:off x="253413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6"/>
            <p:cNvSpPr/>
            <p:nvPr/>
          </p:nvSpPr>
          <p:spPr>
            <a:xfrm>
              <a:off x="253413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6"/>
            <p:cNvSpPr/>
            <p:nvPr/>
          </p:nvSpPr>
          <p:spPr>
            <a:xfrm>
              <a:off x="253413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6"/>
            <p:cNvSpPr/>
            <p:nvPr/>
          </p:nvSpPr>
          <p:spPr>
            <a:xfrm>
              <a:off x="253413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6"/>
            <p:cNvSpPr/>
            <p:nvPr/>
          </p:nvSpPr>
          <p:spPr>
            <a:xfrm>
              <a:off x="253413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6"/>
            <p:cNvSpPr/>
            <p:nvPr/>
          </p:nvSpPr>
          <p:spPr>
            <a:xfrm>
              <a:off x="253413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6"/>
            <p:cNvSpPr/>
            <p:nvPr/>
          </p:nvSpPr>
          <p:spPr>
            <a:xfrm>
              <a:off x="253413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6"/>
            <p:cNvSpPr/>
            <p:nvPr/>
          </p:nvSpPr>
          <p:spPr>
            <a:xfrm>
              <a:off x="25341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6"/>
            <p:cNvSpPr/>
            <p:nvPr/>
          </p:nvSpPr>
          <p:spPr>
            <a:xfrm>
              <a:off x="25341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6"/>
            <p:cNvSpPr/>
            <p:nvPr/>
          </p:nvSpPr>
          <p:spPr>
            <a:xfrm>
              <a:off x="25341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6"/>
            <p:cNvSpPr/>
            <p:nvPr/>
          </p:nvSpPr>
          <p:spPr>
            <a:xfrm>
              <a:off x="25341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6"/>
            <p:cNvSpPr/>
            <p:nvPr/>
          </p:nvSpPr>
          <p:spPr>
            <a:xfrm>
              <a:off x="25341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6"/>
            <p:cNvSpPr/>
            <p:nvPr/>
          </p:nvSpPr>
          <p:spPr>
            <a:xfrm>
              <a:off x="25341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6"/>
            <p:cNvSpPr/>
            <p:nvPr/>
          </p:nvSpPr>
          <p:spPr>
            <a:xfrm>
              <a:off x="25341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6"/>
            <p:cNvSpPr/>
            <p:nvPr/>
          </p:nvSpPr>
          <p:spPr>
            <a:xfrm>
              <a:off x="25341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6"/>
            <p:cNvSpPr/>
            <p:nvPr/>
          </p:nvSpPr>
          <p:spPr>
            <a:xfrm>
              <a:off x="277983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6"/>
            <p:cNvSpPr/>
            <p:nvPr/>
          </p:nvSpPr>
          <p:spPr>
            <a:xfrm>
              <a:off x="277983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6"/>
            <p:cNvSpPr/>
            <p:nvPr/>
          </p:nvSpPr>
          <p:spPr>
            <a:xfrm>
              <a:off x="277983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6"/>
            <p:cNvSpPr/>
            <p:nvPr/>
          </p:nvSpPr>
          <p:spPr>
            <a:xfrm>
              <a:off x="277983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6"/>
            <p:cNvSpPr/>
            <p:nvPr/>
          </p:nvSpPr>
          <p:spPr>
            <a:xfrm>
              <a:off x="277983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6"/>
            <p:cNvSpPr/>
            <p:nvPr/>
          </p:nvSpPr>
          <p:spPr>
            <a:xfrm>
              <a:off x="277983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6"/>
            <p:cNvSpPr/>
            <p:nvPr/>
          </p:nvSpPr>
          <p:spPr>
            <a:xfrm>
              <a:off x="277983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6"/>
            <p:cNvSpPr/>
            <p:nvPr/>
          </p:nvSpPr>
          <p:spPr>
            <a:xfrm>
              <a:off x="277983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6"/>
            <p:cNvSpPr/>
            <p:nvPr/>
          </p:nvSpPr>
          <p:spPr>
            <a:xfrm>
              <a:off x="277983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6"/>
            <p:cNvSpPr/>
            <p:nvPr/>
          </p:nvSpPr>
          <p:spPr>
            <a:xfrm>
              <a:off x="277983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6"/>
            <p:cNvSpPr/>
            <p:nvPr/>
          </p:nvSpPr>
          <p:spPr>
            <a:xfrm>
              <a:off x="277983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6"/>
            <p:cNvSpPr/>
            <p:nvPr/>
          </p:nvSpPr>
          <p:spPr>
            <a:xfrm>
              <a:off x="277983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6"/>
            <p:cNvSpPr/>
            <p:nvPr/>
          </p:nvSpPr>
          <p:spPr>
            <a:xfrm>
              <a:off x="277981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6"/>
            <p:cNvSpPr/>
            <p:nvPr/>
          </p:nvSpPr>
          <p:spPr>
            <a:xfrm>
              <a:off x="277981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6"/>
            <p:cNvSpPr/>
            <p:nvPr/>
          </p:nvSpPr>
          <p:spPr>
            <a:xfrm>
              <a:off x="277981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6"/>
            <p:cNvSpPr/>
            <p:nvPr/>
          </p:nvSpPr>
          <p:spPr>
            <a:xfrm>
              <a:off x="277981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6"/>
            <p:cNvSpPr/>
            <p:nvPr/>
          </p:nvSpPr>
          <p:spPr>
            <a:xfrm>
              <a:off x="277981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6"/>
            <p:cNvSpPr/>
            <p:nvPr/>
          </p:nvSpPr>
          <p:spPr>
            <a:xfrm>
              <a:off x="277981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6"/>
            <p:cNvSpPr/>
            <p:nvPr/>
          </p:nvSpPr>
          <p:spPr>
            <a:xfrm>
              <a:off x="277980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6"/>
            <p:cNvSpPr/>
            <p:nvPr/>
          </p:nvSpPr>
          <p:spPr>
            <a:xfrm>
              <a:off x="277980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6"/>
            <p:cNvSpPr/>
            <p:nvPr/>
          </p:nvSpPr>
          <p:spPr>
            <a:xfrm>
              <a:off x="302552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6"/>
            <p:cNvSpPr/>
            <p:nvPr/>
          </p:nvSpPr>
          <p:spPr>
            <a:xfrm>
              <a:off x="302552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6"/>
            <p:cNvSpPr/>
            <p:nvPr/>
          </p:nvSpPr>
          <p:spPr>
            <a:xfrm>
              <a:off x="302552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6"/>
            <p:cNvSpPr/>
            <p:nvPr/>
          </p:nvSpPr>
          <p:spPr>
            <a:xfrm>
              <a:off x="302552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6"/>
            <p:cNvSpPr/>
            <p:nvPr/>
          </p:nvSpPr>
          <p:spPr>
            <a:xfrm>
              <a:off x="302552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6"/>
            <p:cNvSpPr/>
            <p:nvPr/>
          </p:nvSpPr>
          <p:spPr>
            <a:xfrm>
              <a:off x="302552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6"/>
            <p:cNvSpPr/>
            <p:nvPr/>
          </p:nvSpPr>
          <p:spPr>
            <a:xfrm>
              <a:off x="302552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6"/>
            <p:cNvSpPr/>
            <p:nvPr/>
          </p:nvSpPr>
          <p:spPr>
            <a:xfrm>
              <a:off x="302552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6"/>
            <p:cNvSpPr/>
            <p:nvPr/>
          </p:nvSpPr>
          <p:spPr>
            <a:xfrm>
              <a:off x="302552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6"/>
            <p:cNvSpPr/>
            <p:nvPr/>
          </p:nvSpPr>
          <p:spPr>
            <a:xfrm>
              <a:off x="302552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6"/>
            <p:cNvSpPr/>
            <p:nvPr/>
          </p:nvSpPr>
          <p:spPr>
            <a:xfrm>
              <a:off x="302552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6"/>
            <p:cNvSpPr/>
            <p:nvPr/>
          </p:nvSpPr>
          <p:spPr>
            <a:xfrm>
              <a:off x="302552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6"/>
            <p:cNvSpPr/>
            <p:nvPr/>
          </p:nvSpPr>
          <p:spPr>
            <a:xfrm>
              <a:off x="302551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6"/>
            <p:cNvSpPr/>
            <p:nvPr/>
          </p:nvSpPr>
          <p:spPr>
            <a:xfrm>
              <a:off x="302551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6"/>
            <p:cNvSpPr/>
            <p:nvPr/>
          </p:nvSpPr>
          <p:spPr>
            <a:xfrm>
              <a:off x="302551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6"/>
            <p:cNvSpPr/>
            <p:nvPr/>
          </p:nvSpPr>
          <p:spPr>
            <a:xfrm>
              <a:off x="302551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6"/>
            <p:cNvSpPr/>
            <p:nvPr/>
          </p:nvSpPr>
          <p:spPr>
            <a:xfrm>
              <a:off x="302551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6"/>
            <p:cNvSpPr/>
            <p:nvPr/>
          </p:nvSpPr>
          <p:spPr>
            <a:xfrm>
              <a:off x="302551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6"/>
            <p:cNvSpPr/>
            <p:nvPr/>
          </p:nvSpPr>
          <p:spPr>
            <a:xfrm>
              <a:off x="302550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6"/>
            <p:cNvSpPr/>
            <p:nvPr/>
          </p:nvSpPr>
          <p:spPr>
            <a:xfrm>
              <a:off x="302550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6"/>
            <p:cNvSpPr/>
            <p:nvPr/>
          </p:nvSpPr>
          <p:spPr>
            <a:xfrm>
              <a:off x="327122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6"/>
            <p:cNvSpPr/>
            <p:nvPr/>
          </p:nvSpPr>
          <p:spPr>
            <a:xfrm>
              <a:off x="327122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6"/>
            <p:cNvSpPr/>
            <p:nvPr/>
          </p:nvSpPr>
          <p:spPr>
            <a:xfrm>
              <a:off x="327122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6"/>
            <p:cNvSpPr/>
            <p:nvPr/>
          </p:nvSpPr>
          <p:spPr>
            <a:xfrm>
              <a:off x="327122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6"/>
            <p:cNvSpPr/>
            <p:nvPr/>
          </p:nvSpPr>
          <p:spPr>
            <a:xfrm>
              <a:off x="327122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6"/>
            <p:cNvSpPr/>
            <p:nvPr/>
          </p:nvSpPr>
          <p:spPr>
            <a:xfrm>
              <a:off x="327122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6"/>
            <p:cNvSpPr/>
            <p:nvPr/>
          </p:nvSpPr>
          <p:spPr>
            <a:xfrm>
              <a:off x="327122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6"/>
            <p:cNvSpPr/>
            <p:nvPr/>
          </p:nvSpPr>
          <p:spPr>
            <a:xfrm>
              <a:off x="327122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6"/>
            <p:cNvSpPr/>
            <p:nvPr/>
          </p:nvSpPr>
          <p:spPr>
            <a:xfrm>
              <a:off x="327122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6"/>
            <p:cNvSpPr/>
            <p:nvPr/>
          </p:nvSpPr>
          <p:spPr>
            <a:xfrm>
              <a:off x="327122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6"/>
            <p:cNvSpPr/>
            <p:nvPr/>
          </p:nvSpPr>
          <p:spPr>
            <a:xfrm>
              <a:off x="327122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6"/>
            <p:cNvSpPr/>
            <p:nvPr/>
          </p:nvSpPr>
          <p:spPr>
            <a:xfrm>
              <a:off x="327122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6"/>
            <p:cNvSpPr/>
            <p:nvPr/>
          </p:nvSpPr>
          <p:spPr>
            <a:xfrm>
              <a:off x="327121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6"/>
            <p:cNvSpPr/>
            <p:nvPr/>
          </p:nvSpPr>
          <p:spPr>
            <a:xfrm>
              <a:off x="327121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6"/>
            <p:cNvSpPr/>
            <p:nvPr/>
          </p:nvSpPr>
          <p:spPr>
            <a:xfrm>
              <a:off x="327121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6"/>
            <p:cNvSpPr/>
            <p:nvPr/>
          </p:nvSpPr>
          <p:spPr>
            <a:xfrm>
              <a:off x="327121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6"/>
            <p:cNvSpPr/>
            <p:nvPr/>
          </p:nvSpPr>
          <p:spPr>
            <a:xfrm>
              <a:off x="327121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6"/>
            <p:cNvSpPr/>
            <p:nvPr/>
          </p:nvSpPr>
          <p:spPr>
            <a:xfrm>
              <a:off x="327121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6"/>
            <p:cNvSpPr/>
            <p:nvPr/>
          </p:nvSpPr>
          <p:spPr>
            <a:xfrm>
              <a:off x="327119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6"/>
            <p:cNvSpPr/>
            <p:nvPr/>
          </p:nvSpPr>
          <p:spPr>
            <a:xfrm>
              <a:off x="327119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6"/>
            <p:cNvSpPr/>
            <p:nvPr/>
          </p:nvSpPr>
          <p:spPr>
            <a:xfrm>
              <a:off x="351691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6"/>
            <p:cNvSpPr/>
            <p:nvPr/>
          </p:nvSpPr>
          <p:spPr>
            <a:xfrm>
              <a:off x="351691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6"/>
            <p:cNvSpPr/>
            <p:nvPr/>
          </p:nvSpPr>
          <p:spPr>
            <a:xfrm>
              <a:off x="351691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6"/>
            <p:cNvSpPr/>
            <p:nvPr/>
          </p:nvSpPr>
          <p:spPr>
            <a:xfrm>
              <a:off x="351691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6"/>
            <p:cNvSpPr/>
            <p:nvPr/>
          </p:nvSpPr>
          <p:spPr>
            <a:xfrm>
              <a:off x="351691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6"/>
            <p:cNvSpPr/>
            <p:nvPr/>
          </p:nvSpPr>
          <p:spPr>
            <a:xfrm>
              <a:off x="351691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6"/>
            <p:cNvSpPr/>
            <p:nvPr/>
          </p:nvSpPr>
          <p:spPr>
            <a:xfrm>
              <a:off x="351691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6"/>
            <p:cNvSpPr/>
            <p:nvPr/>
          </p:nvSpPr>
          <p:spPr>
            <a:xfrm>
              <a:off x="351691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6"/>
            <p:cNvSpPr/>
            <p:nvPr/>
          </p:nvSpPr>
          <p:spPr>
            <a:xfrm>
              <a:off x="351691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6"/>
            <p:cNvSpPr/>
            <p:nvPr/>
          </p:nvSpPr>
          <p:spPr>
            <a:xfrm>
              <a:off x="351691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6"/>
            <p:cNvSpPr/>
            <p:nvPr/>
          </p:nvSpPr>
          <p:spPr>
            <a:xfrm>
              <a:off x="351691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6"/>
            <p:cNvSpPr/>
            <p:nvPr/>
          </p:nvSpPr>
          <p:spPr>
            <a:xfrm>
              <a:off x="351691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6"/>
            <p:cNvSpPr/>
            <p:nvPr/>
          </p:nvSpPr>
          <p:spPr>
            <a:xfrm>
              <a:off x="351690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6"/>
            <p:cNvSpPr/>
            <p:nvPr/>
          </p:nvSpPr>
          <p:spPr>
            <a:xfrm>
              <a:off x="351690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6"/>
            <p:cNvSpPr/>
            <p:nvPr/>
          </p:nvSpPr>
          <p:spPr>
            <a:xfrm>
              <a:off x="351690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6"/>
            <p:cNvSpPr/>
            <p:nvPr/>
          </p:nvSpPr>
          <p:spPr>
            <a:xfrm>
              <a:off x="351690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6"/>
            <p:cNvSpPr/>
            <p:nvPr/>
          </p:nvSpPr>
          <p:spPr>
            <a:xfrm>
              <a:off x="351690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6"/>
            <p:cNvSpPr/>
            <p:nvPr/>
          </p:nvSpPr>
          <p:spPr>
            <a:xfrm>
              <a:off x="351690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6"/>
            <p:cNvSpPr/>
            <p:nvPr/>
          </p:nvSpPr>
          <p:spPr>
            <a:xfrm>
              <a:off x="351689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6"/>
            <p:cNvSpPr/>
            <p:nvPr/>
          </p:nvSpPr>
          <p:spPr>
            <a:xfrm>
              <a:off x="351689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6"/>
            <p:cNvSpPr/>
            <p:nvPr/>
          </p:nvSpPr>
          <p:spPr>
            <a:xfrm>
              <a:off x="37626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6"/>
            <p:cNvSpPr/>
            <p:nvPr/>
          </p:nvSpPr>
          <p:spPr>
            <a:xfrm>
              <a:off x="37626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6"/>
            <p:cNvSpPr/>
            <p:nvPr/>
          </p:nvSpPr>
          <p:spPr>
            <a:xfrm>
              <a:off x="37626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6"/>
            <p:cNvSpPr/>
            <p:nvPr/>
          </p:nvSpPr>
          <p:spPr>
            <a:xfrm>
              <a:off x="37626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6"/>
            <p:cNvSpPr/>
            <p:nvPr/>
          </p:nvSpPr>
          <p:spPr>
            <a:xfrm>
              <a:off x="37626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6"/>
            <p:cNvSpPr/>
            <p:nvPr/>
          </p:nvSpPr>
          <p:spPr>
            <a:xfrm>
              <a:off x="37626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6"/>
            <p:cNvSpPr/>
            <p:nvPr/>
          </p:nvSpPr>
          <p:spPr>
            <a:xfrm>
              <a:off x="37626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6"/>
            <p:cNvSpPr/>
            <p:nvPr/>
          </p:nvSpPr>
          <p:spPr>
            <a:xfrm>
              <a:off x="37626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6"/>
            <p:cNvSpPr/>
            <p:nvPr/>
          </p:nvSpPr>
          <p:spPr>
            <a:xfrm>
              <a:off x="37626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6"/>
            <p:cNvSpPr/>
            <p:nvPr/>
          </p:nvSpPr>
          <p:spPr>
            <a:xfrm>
              <a:off x="37626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6"/>
            <p:cNvSpPr/>
            <p:nvPr/>
          </p:nvSpPr>
          <p:spPr>
            <a:xfrm>
              <a:off x="37626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6"/>
            <p:cNvSpPr/>
            <p:nvPr/>
          </p:nvSpPr>
          <p:spPr>
            <a:xfrm>
              <a:off x="37626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6"/>
            <p:cNvSpPr/>
            <p:nvPr/>
          </p:nvSpPr>
          <p:spPr>
            <a:xfrm>
              <a:off x="37626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6"/>
            <p:cNvSpPr/>
            <p:nvPr/>
          </p:nvSpPr>
          <p:spPr>
            <a:xfrm>
              <a:off x="37626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6"/>
            <p:cNvSpPr/>
            <p:nvPr/>
          </p:nvSpPr>
          <p:spPr>
            <a:xfrm>
              <a:off x="37626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6"/>
            <p:cNvSpPr/>
            <p:nvPr/>
          </p:nvSpPr>
          <p:spPr>
            <a:xfrm>
              <a:off x="37626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6"/>
            <p:cNvSpPr/>
            <p:nvPr/>
          </p:nvSpPr>
          <p:spPr>
            <a:xfrm>
              <a:off x="37626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6"/>
            <p:cNvSpPr/>
            <p:nvPr/>
          </p:nvSpPr>
          <p:spPr>
            <a:xfrm>
              <a:off x="37626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6"/>
            <p:cNvSpPr/>
            <p:nvPr/>
          </p:nvSpPr>
          <p:spPr>
            <a:xfrm>
              <a:off x="37625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6"/>
            <p:cNvSpPr/>
            <p:nvPr/>
          </p:nvSpPr>
          <p:spPr>
            <a:xfrm>
              <a:off x="37625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6"/>
            <p:cNvSpPr/>
            <p:nvPr/>
          </p:nvSpPr>
          <p:spPr>
            <a:xfrm>
              <a:off x="400830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6"/>
            <p:cNvSpPr/>
            <p:nvPr/>
          </p:nvSpPr>
          <p:spPr>
            <a:xfrm>
              <a:off x="400830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6"/>
            <p:cNvSpPr/>
            <p:nvPr/>
          </p:nvSpPr>
          <p:spPr>
            <a:xfrm>
              <a:off x="400830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6"/>
            <p:cNvSpPr/>
            <p:nvPr/>
          </p:nvSpPr>
          <p:spPr>
            <a:xfrm>
              <a:off x="400830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6"/>
            <p:cNvSpPr/>
            <p:nvPr/>
          </p:nvSpPr>
          <p:spPr>
            <a:xfrm>
              <a:off x="400830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6"/>
            <p:cNvSpPr/>
            <p:nvPr/>
          </p:nvSpPr>
          <p:spPr>
            <a:xfrm>
              <a:off x="400830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6"/>
            <p:cNvSpPr/>
            <p:nvPr/>
          </p:nvSpPr>
          <p:spPr>
            <a:xfrm>
              <a:off x="400830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6"/>
            <p:cNvSpPr/>
            <p:nvPr/>
          </p:nvSpPr>
          <p:spPr>
            <a:xfrm>
              <a:off x="400830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6"/>
            <p:cNvSpPr/>
            <p:nvPr/>
          </p:nvSpPr>
          <p:spPr>
            <a:xfrm>
              <a:off x="400830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6"/>
            <p:cNvSpPr/>
            <p:nvPr/>
          </p:nvSpPr>
          <p:spPr>
            <a:xfrm>
              <a:off x="400830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6"/>
            <p:cNvSpPr/>
            <p:nvPr/>
          </p:nvSpPr>
          <p:spPr>
            <a:xfrm>
              <a:off x="400830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6"/>
            <p:cNvSpPr/>
            <p:nvPr/>
          </p:nvSpPr>
          <p:spPr>
            <a:xfrm>
              <a:off x="400830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6"/>
            <p:cNvSpPr/>
            <p:nvPr/>
          </p:nvSpPr>
          <p:spPr>
            <a:xfrm>
              <a:off x="400829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6"/>
            <p:cNvSpPr/>
            <p:nvPr/>
          </p:nvSpPr>
          <p:spPr>
            <a:xfrm>
              <a:off x="400829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6"/>
            <p:cNvSpPr/>
            <p:nvPr/>
          </p:nvSpPr>
          <p:spPr>
            <a:xfrm>
              <a:off x="400829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6"/>
            <p:cNvSpPr/>
            <p:nvPr/>
          </p:nvSpPr>
          <p:spPr>
            <a:xfrm>
              <a:off x="400829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6"/>
            <p:cNvSpPr/>
            <p:nvPr/>
          </p:nvSpPr>
          <p:spPr>
            <a:xfrm>
              <a:off x="400829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6"/>
            <p:cNvSpPr/>
            <p:nvPr/>
          </p:nvSpPr>
          <p:spPr>
            <a:xfrm>
              <a:off x="400829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6"/>
            <p:cNvSpPr/>
            <p:nvPr/>
          </p:nvSpPr>
          <p:spPr>
            <a:xfrm>
              <a:off x="400828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6"/>
            <p:cNvSpPr/>
            <p:nvPr/>
          </p:nvSpPr>
          <p:spPr>
            <a:xfrm>
              <a:off x="400828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6"/>
            <p:cNvSpPr/>
            <p:nvPr/>
          </p:nvSpPr>
          <p:spPr>
            <a:xfrm>
              <a:off x="425400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6"/>
            <p:cNvSpPr/>
            <p:nvPr/>
          </p:nvSpPr>
          <p:spPr>
            <a:xfrm>
              <a:off x="425400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6"/>
            <p:cNvSpPr/>
            <p:nvPr/>
          </p:nvSpPr>
          <p:spPr>
            <a:xfrm>
              <a:off x="425400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6"/>
            <p:cNvSpPr/>
            <p:nvPr/>
          </p:nvSpPr>
          <p:spPr>
            <a:xfrm>
              <a:off x="425400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6"/>
            <p:cNvSpPr/>
            <p:nvPr/>
          </p:nvSpPr>
          <p:spPr>
            <a:xfrm>
              <a:off x="425400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6"/>
            <p:cNvSpPr/>
            <p:nvPr/>
          </p:nvSpPr>
          <p:spPr>
            <a:xfrm>
              <a:off x="425400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6"/>
            <p:cNvSpPr/>
            <p:nvPr/>
          </p:nvSpPr>
          <p:spPr>
            <a:xfrm>
              <a:off x="425400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6"/>
            <p:cNvSpPr/>
            <p:nvPr/>
          </p:nvSpPr>
          <p:spPr>
            <a:xfrm>
              <a:off x="425400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6"/>
            <p:cNvSpPr/>
            <p:nvPr/>
          </p:nvSpPr>
          <p:spPr>
            <a:xfrm>
              <a:off x="425400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6"/>
            <p:cNvSpPr/>
            <p:nvPr/>
          </p:nvSpPr>
          <p:spPr>
            <a:xfrm>
              <a:off x="425400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6"/>
            <p:cNvSpPr/>
            <p:nvPr/>
          </p:nvSpPr>
          <p:spPr>
            <a:xfrm>
              <a:off x="425400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6"/>
            <p:cNvSpPr/>
            <p:nvPr/>
          </p:nvSpPr>
          <p:spPr>
            <a:xfrm>
              <a:off x="425400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6"/>
            <p:cNvSpPr/>
            <p:nvPr/>
          </p:nvSpPr>
          <p:spPr>
            <a:xfrm>
              <a:off x="4253991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6"/>
            <p:cNvSpPr/>
            <p:nvPr/>
          </p:nvSpPr>
          <p:spPr>
            <a:xfrm>
              <a:off x="4253991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6"/>
            <p:cNvSpPr/>
            <p:nvPr/>
          </p:nvSpPr>
          <p:spPr>
            <a:xfrm>
              <a:off x="4253991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6"/>
            <p:cNvSpPr/>
            <p:nvPr/>
          </p:nvSpPr>
          <p:spPr>
            <a:xfrm>
              <a:off x="4253991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6"/>
            <p:cNvSpPr/>
            <p:nvPr/>
          </p:nvSpPr>
          <p:spPr>
            <a:xfrm>
              <a:off x="4253991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6"/>
            <p:cNvSpPr/>
            <p:nvPr/>
          </p:nvSpPr>
          <p:spPr>
            <a:xfrm>
              <a:off x="4253991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6"/>
            <p:cNvSpPr/>
            <p:nvPr/>
          </p:nvSpPr>
          <p:spPr>
            <a:xfrm>
              <a:off x="425397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6"/>
            <p:cNvSpPr/>
            <p:nvPr/>
          </p:nvSpPr>
          <p:spPr>
            <a:xfrm>
              <a:off x="425397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6"/>
            <p:cNvSpPr/>
            <p:nvPr/>
          </p:nvSpPr>
          <p:spPr>
            <a:xfrm>
              <a:off x="449969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6"/>
            <p:cNvSpPr/>
            <p:nvPr/>
          </p:nvSpPr>
          <p:spPr>
            <a:xfrm>
              <a:off x="449969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6"/>
            <p:cNvSpPr/>
            <p:nvPr/>
          </p:nvSpPr>
          <p:spPr>
            <a:xfrm>
              <a:off x="449969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6"/>
            <p:cNvSpPr/>
            <p:nvPr/>
          </p:nvSpPr>
          <p:spPr>
            <a:xfrm>
              <a:off x="449969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6"/>
            <p:cNvSpPr/>
            <p:nvPr/>
          </p:nvSpPr>
          <p:spPr>
            <a:xfrm>
              <a:off x="449969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6"/>
            <p:cNvSpPr/>
            <p:nvPr/>
          </p:nvSpPr>
          <p:spPr>
            <a:xfrm>
              <a:off x="449969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6"/>
            <p:cNvSpPr/>
            <p:nvPr/>
          </p:nvSpPr>
          <p:spPr>
            <a:xfrm>
              <a:off x="449969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6"/>
            <p:cNvSpPr/>
            <p:nvPr/>
          </p:nvSpPr>
          <p:spPr>
            <a:xfrm>
              <a:off x="449969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6"/>
            <p:cNvSpPr/>
            <p:nvPr/>
          </p:nvSpPr>
          <p:spPr>
            <a:xfrm>
              <a:off x="449969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6"/>
            <p:cNvSpPr/>
            <p:nvPr/>
          </p:nvSpPr>
          <p:spPr>
            <a:xfrm>
              <a:off x="449969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6"/>
            <p:cNvSpPr/>
            <p:nvPr/>
          </p:nvSpPr>
          <p:spPr>
            <a:xfrm>
              <a:off x="449969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6"/>
            <p:cNvSpPr/>
            <p:nvPr/>
          </p:nvSpPr>
          <p:spPr>
            <a:xfrm>
              <a:off x="449969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6"/>
            <p:cNvSpPr/>
            <p:nvPr/>
          </p:nvSpPr>
          <p:spPr>
            <a:xfrm>
              <a:off x="449968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6"/>
            <p:cNvSpPr/>
            <p:nvPr/>
          </p:nvSpPr>
          <p:spPr>
            <a:xfrm>
              <a:off x="449968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6"/>
            <p:cNvSpPr/>
            <p:nvPr/>
          </p:nvSpPr>
          <p:spPr>
            <a:xfrm>
              <a:off x="449968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6"/>
            <p:cNvSpPr/>
            <p:nvPr/>
          </p:nvSpPr>
          <p:spPr>
            <a:xfrm>
              <a:off x="449968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6"/>
            <p:cNvSpPr/>
            <p:nvPr/>
          </p:nvSpPr>
          <p:spPr>
            <a:xfrm>
              <a:off x="449968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6"/>
            <p:cNvSpPr/>
            <p:nvPr/>
          </p:nvSpPr>
          <p:spPr>
            <a:xfrm>
              <a:off x="449968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6"/>
            <p:cNvSpPr/>
            <p:nvPr/>
          </p:nvSpPr>
          <p:spPr>
            <a:xfrm>
              <a:off x="449967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6"/>
            <p:cNvSpPr/>
            <p:nvPr/>
          </p:nvSpPr>
          <p:spPr>
            <a:xfrm>
              <a:off x="449967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6"/>
            <p:cNvSpPr/>
            <p:nvPr/>
          </p:nvSpPr>
          <p:spPr>
            <a:xfrm>
              <a:off x="474539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6"/>
            <p:cNvSpPr/>
            <p:nvPr/>
          </p:nvSpPr>
          <p:spPr>
            <a:xfrm>
              <a:off x="474539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6"/>
            <p:cNvSpPr/>
            <p:nvPr/>
          </p:nvSpPr>
          <p:spPr>
            <a:xfrm>
              <a:off x="474539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6"/>
            <p:cNvSpPr/>
            <p:nvPr/>
          </p:nvSpPr>
          <p:spPr>
            <a:xfrm>
              <a:off x="474539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6"/>
            <p:cNvSpPr/>
            <p:nvPr/>
          </p:nvSpPr>
          <p:spPr>
            <a:xfrm>
              <a:off x="474539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6"/>
            <p:cNvSpPr/>
            <p:nvPr/>
          </p:nvSpPr>
          <p:spPr>
            <a:xfrm>
              <a:off x="474539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6"/>
            <p:cNvSpPr/>
            <p:nvPr/>
          </p:nvSpPr>
          <p:spPr>
            <a:xfrm>
              <a:off x="474539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6"/>
            <p:cNvSpPr/>
            <p:nvPr/>
          </p:nvSpPr>
          <p:spPr>
            <a:xfrm>
              <a:off x="474539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6"/>
            <p:cNvSpPr/>
            <p:nvPr/>
          </p:nvSpPr>
          <p:spPr>
            <a:xfrm>
              <a:off x="474539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6"/>
            <p:cNvSpPr/>
            <p:nvPr/>
          </p:nvSpPr>
          <p:spPr>
            <a:xfrm>
              <a:off x="474539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6"/>
            <p:cNvSpPr/>
            <p:nvPr/>
          </p:nvSpPr>
          <p:spPr>
            <a:xfrm>
              <a:off x="474539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6"/>
            <p:cNvSpPr/>
            <p:nvPr/>
          </p:nvSpPr>
          <p:spPr>
            <a:xfrm>
              <a:off x="474539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6"/>
            <p:cNvSpPr/>
            <p:nvPr/>
          </p:nvSpPr>
          <p:spPr>
            <a:xfrm>
              <a:off x="4745381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6"/>
            <p:cNvSpPr/>
            <p:nvPr/>
          </p:nvSpPr>
          <p:spPr>
            <a:xfrm>
              <a:off x="4745381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6"/>
            <p:cNvSpPr/>
            <p:nvPr/>
          </p:nvSpPr>
          <p:spPr>
            <a:xfrm>
              <a:off x="4745381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6"/>
            <p:cNvSpPr/>
            <p:nvPr/>
          </p:nvSpPr>
          <p:spPr>
            <a:xfrm>
              <a:off x="4745381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6"/>
            <p:cNvSpPr/>
            <p:nvPr/>
          </p:nvSpPr>
          <p:spPr>
            <a:xfrm>
              <a:off x="4745381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6"/>
            <p:cNvSpPr/>
            <p:nvPr/>
          </p:nvSpPr>
          <p:spPr>
            <a:xfrm>
              <a:off x="4745381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6"/>
            <p:cNvSpPr/>
            <p:nvPr/>
          </p:nvSpPr>
          <p:spPr>
            <a:xfrm>
              <a:off x="474536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6"/>
            <p:cNvSpPr/>
            <p:nvPr/>
          </p:nvSpPr>
          <p:spPr>
            <a:xfrm>
              <a:off x="474536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6"/>
            <p:cNvSpPr/>
            <p:nvPr/>
          </p:nvSpPr>
          <p:spPr>
            <a:xfrm>
              <a:off x="4991089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6"/>
            <p:cNvSpPr/>
            <p:nvPr/>
          </p:nvSpPr>
          <p:spPr>
            <a:xfrm>
              <a:off x="4991089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6"/>
            <p:cNvSpPr/>
            <p:nvPr/>
          </p:nvSpPr>
          <p:spPr>
            <a:xfrm>
              <a:off x="4991089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6"/>
            <p:cNvSpPr/>
            <p:nvPr/>
          </p:nvSpPr>
          <p:spPr>
            <a:xfrm>
              <a:off x="4991089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6"/>
            <p:cNvSpPr/>
            <p:nvPr/>
          </p:nvSpPr>
          <p:spPr>
            <a:xfrm>
              <a:off x="4991089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6"/>
            <p:cNvSpPr/>
            <p:nvPr/>
          </p:nvSpPr>
          <p:spPr>
            <a:xfrm>
              <a:off x="4991089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6"/>
            <p:cNvSpPr/>
            <p:nvPr/>
          </p:nvSpPr>
          <p:spPr>
            <a:xfrm>
              <a:off x="4991089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6"/>
            <p:cNvSpPr/>
            <p:nvPr/>
          </p:nvSpPr>
          <p:spPr>
            <a:xfrm>
              <a:off x="4991089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6"/>
            <p:cNvSpPr/>
            <p:nvPr/>
          </p:nvSpPr>
          <p:spPr>
            <a:xfrm>
              <a:off x="4991089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6"/>
            <p:cNvSpPr/>
            <p:nvPr/>
          </p:nvSpPr>
          <p:spPr>
            <a:xfrm>
              <a:off x="4991089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6"/>
            <p:cNvSpPr/>
            <p:nvPr/>
          </p:nvSpPr>
          <p:spPr>
            <a:xfrm>
              <a:off x="4991089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6"/>
            <p:cNvSpPr/>
            <p:nvPr/>
          </p:nvSpPr>
          <p:spPr>
            <a:xfrm>
              <a:off x="4991089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6"/>
            <p:cNvSpPr/>
            <p:nvPr/>
          </p:nvSpPr>
          <p:spPr>
            <a:xfrm>
              <a:off x="499107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6"/>
            <p:cNvSpPr/>
            <p:nvPr/>
          </p:nvSpPr>
          <p:spPr>
            <a:xfrm>
              <a:off x="499107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6"/>
            <p:cNvSpPr/>
            <p:nvPr/>
          </p:nvSpPr>
          <p:spPr>
            <a:xfrm>
              <a:off x="499107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6"/>
            <p:cNvSpPr/>
            <p:nvPr/>
          </p:nvSpPr>
          <p:spPr>
            <a:xfrm>
              <a:off x="499107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6"/>
            <p:cNvSpPr/>
            <p:nvPr/>
          </p:nvSpPr>
          <p:spPr>
            <a:xfrm>
              <a:off x="499107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6"/>
            <p:cNvSpPr/>
            <p:nvPr/>
          </p:nvSpPr>
          <p:spPr>
            <a:xfrm>
              <a:off x="499107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6"/>
            <p:cNvSpPr/>
            <p:nvPr/>
          </p:nvSpPr>
          <p:spPr>
            <a:xfrm>
              <a:off x="499106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6"/>
            <p:cNvSpPr/>
            <p:nvPr/>
          </p:nvSpPr>
          <p:spPr>
            <a:xfrm>
              <a:off x="499106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6"/>
            <p:cNvSpPr/>
            <p:nvPr/>
          </p:nvSpPr>
          <p:spPr>
            <a:xfrm>
              <a:off x="523678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6"/>
            <p:cNvSpPr/>
            <p:nvPr/>
          </p:nvSpPr>
          <p:spPr>
            <a:xfrm>
              <a:off x="523678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6"/>
            <p:cNvSpPr/>
            <p:nvPr/>
          </p:nvSpPr>
          <p:spPr>
            <a:xfrm>
              <a:off x="523678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6"/>
            <p:cNvSpPr/>
            <p:nvPr/>
          </p:nvSpPr>
          <p:spPr>
            <a:xfrm>
              <a:off x="523678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6"/>
            <p:cNvSpPr/>
            <p:nvPr/>
          </p:nvSpPr>
          <p:spPr>
            <a:xfrm>
              <a:off x="523678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6"/>
            <p:cNvSpPr/>
            <p:nvPr/>
          </p:nvSpPr>
          <p:spPr>
            <a:xfrm>
              <a:off x="523678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6"/>
            <p:cNvSpPr/>
            <p:nvPr/>
          </p:nvSpPr>
          <p:spPr>
            <a:xfrm>
              <a:off x="523678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6"/>
            <p:cNvSpPr/>
            <p:nvPr/>
          </p:nvSpPr>
          <p:spPr>
            <a:xfrm>
              <a:off x="523678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6"/>
            <p:cNvSpPr/>
            <p:nvPr/>
          </p:nvSpPr>
          <p:spPr>
            <a:xfrm>
              <a:off x="523678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6"/>
            <p:cNvSpPr/>
            <p:nvPr/>
          </p:nvSpPr>
          <p:spPr>
            <a:xfrm>
              <a:off x="523678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6"/>
            <p:cNvSpPr/>
            <p:nvPr/>
          </p:nvSpPr>
          <p:spPr>
            <a:xfrm>
              <a:off x="523678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6"/>
            <p:cNvSpPr/>
            <p:nvPr/>
          </p:nvSpPr>
          <p:spPr>
            <a:xfrm>
              <a:off x="523678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6"/>
            <p:cNvSpPr/>
            <p:nvPr/>
          </p:nvSpPr>
          <p:spPr>
            <a:xfrm>
              <a:off x="523677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6"/>
            <p:cNvSpPr/>
            <p:nvPr/>
          </p:nvSpPr>
          <p:spPr>
            <a:xfrm>
              <a:off x="523677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6"/>
            <p:cNvSpPr/>
            <p:nvPr/>
          </p:nvSpPr>
          <p:spPr>
            <a:xfrm>
              <a:off x="523677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6"/>
            <p:cNvSpPr/>
            <p:nvPr/>
          </p:nvSpPr>
          <p:spPr>
            <a:xfrm>
              <a:off x="523677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6"/>
            <p:cNvSpPr/>
            <p:nvPr/>
          </p:nvSpPr>
          <p:spPr>
            <a:xfrm>
              <a:off x="523677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6"/>
            <p:cNvSpPr/>
            <p:nvPr/>
          </p:nvSpPr>
          <p:spPr>
            <a:xfrm>
              <a:off x="523677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6"/>
            <p:cNvSpPr/>
            <p:nvPr/>
          </p:nvSpPr>
          <p:spPr>
            <a:xfrm>
              <a:off x="523675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6"/>
            <p:cNvSpPr/>
            <p:nvPr/>
          </p:nvSpPr>
          <p:spPr>
            <a:xfrm>
              <a:off x="523675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6"/>
            <p:cNvSpPr/>
            <p:nvPr/>
          </p:nvSpPr>
          <p:spPr>
            <a:xfrm>
              <a:off x="5482479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6"/>
            <p:cNvSpPr/>
            <p:nvPr/>
          </p:nvSpPr>
          <p:spPr>
            <a:xfrm>
              <a:off x="5482479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6"/>
            <p:cNvSpPr/>
            <p:nvPr/>
          </p:nvSpPr>
          <p:spPr>
            <a:xfrm>
              <a:off x="5482479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6"/>
            <p:cNvSpPr/>
            <p:nvPr/>
          </p:nvSpPr>
          <p:spPr>
            <a:xfrm>
              <a:off x="5482479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6"/>
            <p:cNvSpPr/>
            <p:nvPr/>
          </p:nvSpPr>
          <p:spPr>
            <a:xfrm>
              <a:off x="5482479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6"/>
            <p:cNvSpPr/>
            <p:nvPr/>
          </p:nvSpPr>
          <p:spPr>
            <a:xfrm>
              <a:off x="5482479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6"/>
            <p:cNvSpPr/>
            <p:nvPr/>
          </p:nvSpPr>
          <p:spPr>
            <a:xfrm>
              <a:off x="5482479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6"/>
            <p:cNvSpPr/>
            <p:nvPr/>
          </p:nvSpPr>
          <p:spPr>
            <a:xfrm>
              <a:off x="5482479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6"/>
            <p:cNvSpPr/>
            <p:nvPr/>
          </p:nvSpPr>
          <p:spPr>
            <a:xfrm>
              <a:off x="5482479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6"/>
            <p:cNvSpPr/>
            <p:nvPr/>
          </p:nvSpPr>
          <p:spPr>
            <a:xfrm>
              <a:off x="5482479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6"/>
            <p:cNvSpPr/>
            <p:nvPr/>
          </p:nvSpPr>
          <p:spPr>
            <a:xfrm>
              <a:off x="5482479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6"/>
            <p:cNvSpPr/>
            <p:nvPr/>
          </p:nvSpPr>
          <p:spPr>
            <a:xfrm>
              <a:off x="5482479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6"/>
            <p:cNvSpPr/>
            <p:nvPr/>
          </p:nvSpPr>
          <p:spPr>
            <a:xfrm>
              <a:off x="5482467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6"/>
            <p:cNvSpPr/>
            <p:nvPr/>
          </p:nvSpPr>
          <p:spPr>
            <a:xfrm>
              <a:off x="5482467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6"/>
            <p:cNvSpPr/>
            <p:nvPr/>
          </p:nvSpPr>
          <p:spPr>
            <a:xfrm>
              <a:off x="5482467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6"/>
            <p:cNvSpPr/>
            <p:nvPr/>
          </p:nvSpPr>
          <p:spPr>
            <a:xfrm>
              <a:off x="5482467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6"/>
            <p:cNvSpPr/>
            <p:nvPr/>
          </p:nvSpPr>
          <p:spPr>
            <a:xfrm>
              <a:off x="5482467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6"/>
            <p:cNvSpPr/>
            <p:nvPr/>
          </p:nvSpPr>
          <p:spPr>
            <a:xfrm>
              <a:off x="5482467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6"/>
            <p:cNvSpPr/>
            <p:nvPr/>
          </p:nvSpPr>
          <p:spPr>
            <a:xfrm>
              <a:off x="548245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6"/>
            <p:cNvSpPr/>
            <p:nvPr/>
          </p:nvSpPr>
          <p:spPr>
            <a:xfrm>
              <a:off x="548245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6"/>
            <p:cNvSpPr/>
            <p:nvPr/>
          </p:nvSpPr>
          <p:spPr>
            <a:xfrm>
              <a:off x="572817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6"/>
            <p:cNvSpPr/>
            <p:nvPr/>
          </p:nvSpPr>
          <p:spPr>
            <a:xfrm>
              <a:off x="572817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6"/>
            <p:cNvSpPr/>
            <p:nvPr/>
          </p:nvSpPr>
          <p:spPr>
            <a:xfrm>
              <a:off x="572817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6"/>
            <p:cNvSpPr/>
            <p:nvPr/>
          </p:nvSpPr>
          <p:spPr>
            <a:xfrm>
              <a:off x="572817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6"/>
            <p:cNvSpPr/>
            <p:nvPr/>
          </p:nvSpPr>
          <p:spPr>
            <a:xfrm>
              <a:off x="572817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6"/>
            <p:cNvSpPr/>
            <p:nvPr/>
          </p:nvSpPr>
          <p:spPr>
            <a:xfrm>
              <a:off x="572817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6"/>
            <p:cNvSpPr/>
            <p:nvPr/>
          </p:nvSpPr>
          <p:spPr>
            <a:xfrm>
              <a:off x="572817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6"/>
            <p:cNvSpPr/>
            <p:nvPr/>
          </p:nvSpPr>
          <p:spPr>
            <a:xfrm>
              <a:off x="572817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6"/>
            <p:cNvSpPr/>
            <p:nvPr/>
          </p:nvSpPr>
          <p:spPr>
            <a:xfrm>
              <a:off x="572817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6"/>
            <p:cNvSpPr/>
            <p:nvPr/>
          </p:nvSpPr>
          <p:spPr>
            <a:xfrm>
              <a:off x="572817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6"/>
            <p:cNvSpPr/>
            <p:nvPr/>
          </p:nvSpPr>
          <p:spPr>
            <a:xfrm>
              <a:off x="572817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6"/>
            <p:cNvSpPr/>
            <p:nvPr/>
          </p:nvSpPr>
          <p:spPr>
            <a:xfrm>
              <a:off x="572817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6"/>
            <p:cNvSpPr/>
            <p:nvPr/>
          </p:nvSpPr>
          <p:spPr>
            <a:xfrm>
              <a:off x="572816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6"/>
            <p:cNvSpPr/>
            <p:nvPr/>
          </p:nvSpPr>
          <p:spPr>
            <a:xfrm>
              <a:off x="572816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6"/>
            <p:cNvSpPr/>
            <p:nvPr/>
          </p:nvSpPr>
          <p:spPr>
            <a:xfrm>
              <a:off x="572816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6"/>
            <p:cNvSpPr/>
            <p:nvPr/>
          </p:nvSpPr>
          <p:spPr>
            <a:xfrm>
              <a:off x="572816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6"/>
            <p:cNvSpPr/>
            <p:nvPr/>
          </p:nvSpPr>
          <p:spPr>
            <a:xfrm>
              <a:off x="572816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6"/>
            <p:cNvSpPr/>
            <p:nvPr/>
          </p:nvSpPr>
          <p:spPr>
            <a:xfrm>
              <a:off x="572816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6"/>
            <p:cNvSpPr/>
            <p:nvPr/>
          </p:nvSpPr>
          <p:spPr>
            <a:xfrm>
              <a:off x="572815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6"/>
            <p:cNvSpPr/>
            <p:nvPr/>
          </p:nvSpPr>
          <p:spPr>
            <a:xfrm>
              <a:off x="572815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6"/>
            <p:cNvSpPr/>
            <p:nvPr/>
          </p:nvSpPr>
          <p:spPr>
            <a:xfrm>
              <a:off x="597387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6"/>
            <p:cNvSpPr/>
            <p:nvPr/>
          </p:nvSpPr>
          <p:spPr>
            <a:xfrm>
              <a:off x="597387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6"/>
            <p:cNvSpPr/>
            <p:nvPr/>
          </p:nvSpPr>
          <p:spPr>
            <a:xfrm>
              <a:off x="597387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6"/>
            <p:cNvSpPr/>
            <p:nvPr/>
          </p:nvSpPr>
          <p:spPr>
            <a:xfrm>
              <a:off x="597387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6"/>
            <p:cNvSpPr/>
            <p:nvPr/>
          </p:nvSpPr>
          <p:spPr>
            <a:xfrm>
              <a:off x="597387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6"/>
            <p:cNvSpPr/>
            <p:nvPr/>
          </p:nvSpPr>
          <p:spPr>
            <a:xfrm>
              <a:off x="597387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6"/>
            <p:cNvSpPr/>
            <p:nvPr/>
          </p:nvSpPr>
          <p:spPr>
            <a:xfrm>
              <a:off x="597387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6"/>
            <p:cNvSpPr/>
            <p:nvPr/>
          </p:nvSpPr>
          <p:spPr>
            <a:xfrm>
              <a:off x="597387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6"/>
            <p:cNvSpPr/>
            <p:nvPr/>
          </p:nvSpPr>
          <p:spPr>
            <a:xfrm>
              <a:off x="597387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6"/>
            <p:cNvSpPr/>
            <p:nvPr/>
          </p:nvSpPr>
          <p:spPr>
            <a:xfrm>
              <a:off x="597387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6"/>
            <p:cNvSpPr/>
            <p:nvPr/>
          </p:nvSpPr>
          <p:spPr>
            <a:xfrm>
              <a:off x="597387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6"/>
            <p:cNvSpPr/>
            <p:nvPr/>
          </p:nvSpPr>
          <p:spPr>
            <a:xfrm>
              <a:off x="597387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6"/>
            <p:cNvSpPr/>
            <p:nvPr/>
          </p:nvSpPr>
          <p:spPr>
            <a:xfrm>
              <a:off x="5973857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6"/>
            <p:cNvSpPr/>
            <p:nvPr/>
          </p:nvSpPr>
          <p:spPr>
            <a:xfrm>
              <a:off x="5973857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6"/>
            <p:cNvSpPr/>
            <p:nvPr/>
          </p:nvSpPr>
          <p:spPr>
            <a:xfrm>
              <a:off x="5973857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6"/>
            <p:cNvSpPr/>
            <p:nvPr/>
          </p:nvSpPr>
          <p:spPr>
            <a:xfrm>
              <a:off x="5973857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6"/>
            <p:cNvSpPr/>
            <p:nvPr/>
          </p:nvSpPr>
          <p:spPr>
            <a:xfrm>
              <a:off x="5973857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6"/>
            <p:cNvSpPr/>
            <p:nvPr/>
          </p:nvSpPr>
          <p:spPr>
            <a:xfrm>
              <a:off x="5973857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6"/>
            <p:cNvSpPr/>
            <p:nvPr/>
          </p:nvSpPr>
          <p:spPr>
            <a:xfrm>
              <a:off x="597384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6"/>
            <p:cNvSpPr/>
            <p:nvPr/>
          </p:nvSpPr>
          <p:spPr>
            <a:xfrm>
              <a:off x="597384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6"/>
            <p:cNvSpPr/>
            <p:nvPr/>
          </p:nvSpPr>
          <p:spPr>
            <a:xfrm>
              <a:off x="621956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6"/>
            <p:cNvSpPr/>
            <p:nvPr/>
          </p:nvSpPr>
          <p:spPr>
            <a:xfrm>
              <a:off x="621956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6"/>
            <p:cNvSpPr/>
            <p:nvPr/>
          </p:nvSpPr>
          <p:spPr>
            <a:xfrm>
              <a:off x="621956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6"/>
            <p:cNvSpPr/>
            <p:nvPr/>
          </p:nvSpPr>
          <p:spPr>
            <a:xfrm>
              <a:off x="621956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6"/>
            <p:cNvSpPr/>
            <p:nvPr/>
          </p:nvSpPr>
          <p:spPr>
            <a:xfrm>
              <a:off x="621956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6"/>
            <p:cNvSpPr/>
            <p:nvPr/>
          </p:nvSpPr>
          <p:spPr>
            <a:xfrm>
              <a:off x="621956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6"/>
            <p:cNvSpPr/>
            <p:nvPr/>
          </p:nvSpPr>
          <p:spPr>
            <a:xfrm>
              <a:off x="621956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6"/>
            <p:cNvSpPr/>
            <p:nvPr/>
          </p:nvSpPr>
          <p:spPr>
            <a:xfrm>
              <a:off x="621956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6"/>
            <p:cNvSpPr/>
            <p:nvPr/>
          </p:nvSpPr>
          <p:spPr>
            <a:xfrm>
              <a:off x="621956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6"/>
            <p:cNvSpPr/>
            <p:nvPr/>
          </p:nvSpPr>
          <p:spPr>
            <a:xfrm>
              <a:off x="621956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6"/>
            <p:cNvSpPr/>
            <p:nvPr/>
          </p:nvSpPr>
          <p:spPr>
            <a:xfrm>
              <a:off x="621956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6"/>
            <p:cNvSpPr/>
            <p:nvPr/>
          </p:nvSpPr>
          <p:spPr>
            <a:xfrm>
              <a:off x="621956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6"/>
            <p:cNvSpPr/>
            <p:nvPr/>
          </p:nvSpPr>
          <p:spPr>
            <a:xfrm>
              <a:off x="621955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6"/>
            <p:cNvSpPr/>
            <p:nvPr/>
          </p:nvSpPr>
          <p:spPr>
            <a:xfrm>
              <a:off x="621955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6"/>
            <p:cNvSpPr/>
            <p:nvPr/>
          </p:nvSpPr>
          <p:spPr>
            <a:xfrm>
              <a:off x="621955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6"/>
            <p:cNvSpPr/>
            <p:nvPr/>
          </p:nvSpPr>
          <p:spPr>
            <a:xfrm>
              <a:off x="621955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6"/>
            <p:cNvSpPr/>
            <p:nvPr/>
          </p:nvSpPr>
          <p:spPr>
            <a:xfrm>
              <a:off x="621955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6"/>
            <p:cNvSpPr/>
            <p:nvPr/>
          </p:nvSpPr>
          <p:spPr>
            <a:xfrm>
              <a:off x="621955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6"/>
            <p:cNvSpPr/>
            <p:nvPr/>
          </p:nvSpPr>
          <p:spPr>
            <a:xfrm>
              <a:off x="621954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6"/>
            <p:cNvSpPr/>
            <p:nvPr/>
          </p:nvSpPr>
          <p:spPr>
            <a:xfrm>
              <a:off x="621954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6"/>
            <p:cNvSpPr/>
            <p:nvPr/>
          </p:nvSpPr>
          <p:spPr>
            <a:xfrm>
              <a:off x="646526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6"/>
            <p:cNvSpPr/>
            <p:nvPr/>
          </p:nvSpPr>
          <p:spPr>
            <a:xfrm>
              <a:off x="646526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6"/>
            <p:cNvSpPr/>
            <p:nvPr/>
          </p:nvSpPr>
          <p:spPr>
            <a:xfrm>
              <a:off x="646526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6"/>
            <p:cNvSpPr/>
            <p:nvPr/>
          </p:nvSpPr>
          <p:spPr>
            <a:xfrm>
              <a:off x="646526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6"/>
            <p:cNvSpPr/>
            <p:nvPr/>
          </p:nvSpPr>
          <p:spPr>
            <a:xfrm>
              <a:off x="646526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6"/>
            <p:cNvSpPr/>
            <p:nvPr/>
          </p:nvSpPr>
          <p:spPr>
            <a:xfrm>
              <a:off x="646526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6"/>
            <p:cNvSpPr/>
            <p:nvPr/>
          </p:nvSpPr>
          <p:spPr>
            <a:xfrm>
              <a:off x="646526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6"/>
            <p:cNvSpPr/>
            <p:nvPr/>
          </p:nvSpPr>
          <p:spPr>
            <a:xfrm>
              <a:off x="646526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6"/>
            <p:cNvSpPr/>
            <p:nvPr/>
          </p:nvSpPr>
          <p:spPr>
            <a:xfrm>
              <a:off x="646526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6"/>
            <p:cNvSpPr/>
            <p:nvPr/>
          </p:nvSpPr>
          <p:spPr>
            <a:xfrm>
              <a:off x="646526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6"/>
            <p:cNvSpPr/>
            <p:nvPr/>
          </p:nvSpPr>
          <p:spPr>
            <a:xfrm>
              <a:off x="646526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6"/>
            <p:cNvSpPr/>
            <p:nvPr/>
          </p:nvSpPr>
          <p:spPr>
            <a:xfrm>
              <a:off x="646526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6"/>
            <p:cNvSpPr/>
            <p:nvPr/>
          </p:nvSpPr>
          <p:spPr>
            <a:xfrm>
              <a:off x="646524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6"/>
            <p:cNvSpPr/>
            <p:nvPr/>
          </p:nvSpPr>
          <p:spPr>
            <a:xfrm>
              <a:off x="646524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6"/>
            <p:cNvSpPr/>
            <p:nvPr/>
          </p:nvSpPr>
          <p:spPr>
            <a:xfrm>
              <a:off x="646524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6"/>
            <p:cNvSpPr/>
            <p:nvPr/>
          </p:nvSpPr>
          <p:spPr>
            <a:xfrm>
              <a:off x="646524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6"/>
            <p:cNvSpPr/>
            <p:nvPr/>
          </p:nvSpPr>
          <p:spPr>
            <a:xfrm>
              <a:off x="646524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6"/>
            <p:cNvSpPr/>
            <p:nvPr/>
          </p:nvSpPr>
          <p:spPr>
            <a:xfrm>
              <a:off x="646524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6"/>
            <p:cNvSpPr/>
            <p:nvPr/>
          </p:nvSpPr>
          <p:spPr>
            <a:xfrm>
              <a:off x="646523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6"/>
            <p:cNvSpPr/>
            <p:nvPr/>
          </p:nvSpPr>
          <p:spPr>
            <a:xfrm>
              <a:off x="646523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6"/>
            <p:cNvSpPr/>
            <p:nvPr/>
          </p:nvSpPr>
          <p:spPr>
            <a:xfrm>
              <a:off x="671095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6"/>
            <p:cNvSpPr/>
            <p:nvPr/>
          </p:nvSpPr>
          <p:spPr>
            <a:xfrm>
              <a:off x="671095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6"/>
            <p:cNvSpPr/>
            <p:nvPr/>
          </p:nvSpPr>
          <p:spPr>
            <a:xfrm>
              <a:off x="671095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6"/>
            <p:cNvSpPr/>
            <p:nvPr/>
          </p:nvSpPr>
          <p:spPr>
            <a:xfrm>
              <a:off x="671095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6"/>
            <p:cNvSpPr/>
            <p:nvPr/>
          </p:nvSpPr>
          <p:spPr>
            <a:xfrm>
              <a:off x="671095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6"/>
            <p:cNvSpPr/>
            <p:nvPr/>
          </p:nvSpPr>
          <p:spPr>
            <a:xfrm>
              <a:off x="671095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6"/>
            <p:cNvSpPr/>
            <p:nvPr/>
          </p:nvSpPr>
          <p:spPr>
            <a:xfrm>
              <a:off x="671095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6"/>
            <p:cNvSpPr/>
            <p:nvPr/>
          </p:nvSpPr>
          <p:spPr>
            <a:xfrm>
              <a:off x="671095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6"/>
            <p:cNvSpPr/>
            <p:nvPr/>
          </p:nvSpPr>
          <p:spPr>
            <a:xfrm>
              <a:off x="671095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6"/>
            <p:cNvSpPr/>
            <p:nvPr/>
          </p:nvSpPr>
          <p:spPr>
            <a:xfrm>
              <a:off x="671095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6"/>
            <p:cNvSpPr/>
            <p:nvPr/>
          </p:nvSpPr>
          <p:spPr>
            <a:xfrm>
              <a:off x="671095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6"/>
            <p:cNvSpPr/>
            <p:nvPr/>
          </p:nvSpPr>
          <p:spPr>
            <a:xfrm>
              <a:off x="671095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6"/>
            <p:cNvSpPr/>
            <p:nvPr/>
          </p:nvSpPr>
          <p:spPr>
            <a:xfrm>
              <a:off x="671094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6"/>
            <p:cNvSpPr/>
            <p:nvPr/>
          </p:nvSpPr>
          <p:spPr>
            <a:xfrm>
              <a:off x="671094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6"/>
            <p:cNvSpPr/>
            <p:nvPr/>
          </p:nvSpPr>
          <p:spPr>
            <a:xfrm>
              <a:off x="671094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6"/>
            <p:cNvSpPr/>
            <p:nvPr/>
          </p:nvSpPr>
          <p:spPr>
            <a:xfrm>
              <a:off x="671094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6"/>
            <p:cNvSpPr/>
            <p:nvPr/>
          </p:nvSpPr>
          <p:spPr>
            <a:xfrm>
              <a:off x="671094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6"/>
            <p:cNvSpPr/>
            <p:nvPr/>
          </p:nvSpPr>
          <p:spPr>
            <a:xfrm>
              <a:off x="671094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6"/>
            <p:cNvSpPr/>
            <p:nvPr/>
          </p:nvSpPr>
          <p:spPr>
            <a:xfrm>
              <a:off x="671093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6"/>
            <p:cNvSpPr/>
            <p:nvPr/>
          </p:nvSpPr>
          <p:spPr>
            <a:xfrm>
              <a:off x="671093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6"/>
            <p:cNvSpPr/>
            <p:nvPr/>
          </p:nvSpPr>
          <p:spPr>
            <a:xfrm>
              <a:off x="695665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6"/>
            <p:cNvSpPr/>
            <p:nvPr/>
          </p:nvSpPr>
          <p:spPr>
            <a:xfrm>
              <a:off x="695665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6"/>
            <p:cNvSpPr/>
            <p:nvPr/>
          </p:nvSpPr>
          <p:spPr>
            <a:xfrm>
              <a:off x="695665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6"/>
            <p:cNvSpPr/>
            <p:nvPr/>
          </p:nvSpPr>
          <p:spPr>
            <a:xfrm>
              <a:off x="695665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6"/>
            <p:cNvSpPr/>
            <p:nvPr/>
          </p:nvSpPr>
          <p:spPr>
            <a:xfrm>
              <a:off x="695665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6"/>
            <p:cNvSpPr/>
            <p:nvPr/>
          </p:nvSpPr>
          <p:spPr>
            <a:xfrm>
              <a:off x="695665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6"/>
            <p:cNvSpPr/>
            <p:nvPr/>
          </p:nvSpPr>
          <p:spPr>
            <a:xfrm>
              <a:off x="695665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6"/>
            <p:cNvSpPr/>
            <p:nvPr/>
          </p:nvSpPr>
          <p:spPr>
            <a:xfrm>
              <a:off x="695665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6"/>
            <p:cNvSpPr/>
            <p:nvPr/>
          </p:nvSpPr>
          <p:spPr>
            <a:xfrm>
              <a:off x="695665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6"/>
            <p:cNvSpPr/>
            <p:nvPr/>
          </p:nvSpPr>
          <p:spPr>
            <a:xfrm>
              <a:off x="695665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6"/>
            <p:cNvSpPr/>
            <p:nvPr/>
          </p:nvSpPr>
          <p:spPr>
            <a:xfrm>
              <a:off x="695665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6"/>
            <p:cNvSpPr/>
            <p:nvPr/>
          </p:nvSpPr>
          <p:spPr>
            <a:xfrm>
              <a:off x="695665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6"/>
            <p:cNvSpPr/>
            <p:nvPr/>
          </p:nvSpPr>
          <p:spPr>
            <a:xfrm>
              <a:off x="695663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6"/>
            <p:cNvSpPr/>
            <p:nvPr/>
          </p:nvSpPr>
          <p:spPr>
            <a:xfrm>
              <a:off x="695663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6"/>
            <p:cNvSpPr/>
            <p:nvPr/>
          </p:nvSpPr>
          <p:spPr>
            <a:xfrm>
              <a:off x="695663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6"/>
            <p:cNvSpPr/>
            <p:nvPr/>
          </p:nvSpPr>
          <p:spPr>
            <a:xfrm>
              <a:off x="695663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6"/>
            <p:cNvSpPr/>
            <p:nvPr/>
          </p:nvSpPr>
          <p:spPr>
            <a:xfrm>
              <a:off x="695663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6"/>
            <p:cNvSpPr/>
            <p:nvPr/>
          </p:nvSpPr>
          <p:spPr>
            <a:xfrm>
              <a:off x="695663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6"/>
            <p:cNvSpPr/>
            <p:nvPr/>
          </p:nvSpPr>
          <p:spPr>
            <a:xfrm>
              <a:off x="695662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6"/>
            <p:cNvSpPr/>
            <p:nvPr/>
          </p:nvSpPr>
          <p:spPr>
            <a:xfrm>
              <a:off x="695662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6"/>
            <p:cNvSpPr/>
            <p:nvPr/>
          </p:nvSpPr>
          <p:spPr>
            <a:xfrm>
              <a:off x="720234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6"/>
            <p:cNvSpPr/>
            <p:nvPr/>
          </p:nvSpPr>
          <p:spPr>
            <a:xfrm>
              <a:off x="720234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6"/>
            <p:cNvSpPr/>
            <p:nvPr/>
          </p:nvSpPr>
          <p:spPr>
            <a:xfrm>
              <a:off x="720234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6"/>
            <p:cNvSpPr/>
            <p:nvPr/>
          </p:nvSpPr>
          <p:spPr>
            <a:xfrm>
              <a:off x="720234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6"/>
            <p:cNvSpPr/>
            <p:nvPr/>
          </p:nvSpPr>
          <p:spPr>
            <a:xfrm>
              <a:off x="720234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6"/>
            <p:cNvSpPr/>
            <p:nvPr/>
          </p:nvSpPr>
          <p:spPr>
            <a:xfrm>
              <a:off x="720234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6"/>
            <p:cNvSpPr/>
            <p:nvPr/>
          </p:nvSpPr>
          <p:spPr>
            <a:xfrm>
              <a:off x="720234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6"/>
            <p:cNvSpPr/>
            <p:nvPr/>
          </p:nvSpPr>
          <p:spPr>
            <a:xfrm>
              <a:off x="720234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6"/>
            <p:cNvSpPr/>
            <p:nvPr/>
          </p:nvSpPr>
          <p:spPr>
            <a:xfrm>
              <a:off x="720234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6"/>
            <p:cNvSpPr/>
            <p:nvPr/>
          </p:nvSpPr>
          <p:spPr>
            <a:xfrm>
              <a:off x="720234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6"/>
            <p:cNvSpPr/>
            <p:nvPr/>
          </p:nvSpPr>
          <p:spPr>
            <a:xfrm>
              <a:off x="720234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6"/>
            <p:cNvSpPr/>
            <p:nvPr/>
          </p:nvSpPr>
          <p:spPr>
            <a:xfrm>
              <a:off x="720234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6"/>
            <p:cNvSpPr/>
            <p:nvPr/>
          </p:nvSpPr>
          <p:spPr>
            <a:xfrm>
              <a:off x="720233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6"/>
            <p:cNvSpPr/>
            <p:nvPr/>
          </p:nvSpPr>
          <p:spPr>
            <a:xfrm>
              <a:off x="720233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6"/>
            <p:cNvSpPr/>
            <p:nvPr/>
          </p:nvSpPr>
          <p:spPr>
            <a:xfrm>
              <a:off x="720233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6"/>
            <p:cNvSpPr/>
            <p:nvPr/>
          </p:nvSpPr>
          <p:spPr>
            <a:xfrm>
              <a:off x="720233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6"/>
            <p:cNvSpPr/>
            <p:nvPr/>
          </p:nvSpPr>
          <p:spPr>
            <a:xfrm>
              <a:off x="720233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6"/>
            <p:cNvSpPr/>
            <p:nvPr/>
          </p:nvSpPr>
          <p:spPr>
            <a:xfrm>
              <a:off x="720233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6"/>
            <p:cNvSpPr/>
            <p:nvPr/>
          </p:nvSpPr>
          <p:spPr>
            <a:xfrm>
              <a:off x="720232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6"/>
            <p:cNvSpPr/>
            <p:nvPr/>
          </p:nvSpPr>
          <p:spPr>
            <a:xfrm>
              <a:off x="720232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6"/>
            <p:cNvSpPr/>
            <p:nvPr/>
          </p:nvSpPr>
          <p:spPr>
            <a:xfrm>
              <a:off x="744804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6"/>
            <p:cNvSpPr/>
            <p:nvPr/>
          </p:nvSpPr>
          <p:spPr>
            <a:xfrm>
              <a:off x="744804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6"/>
            <p:cNvSpPr/>
            <p:nvPr/>
          </p:nvSpPr>
          <p:spPr>
            <a:xfrm>
              <a:off x="744804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6"/>
            <p:cNvSpPr/>
            <p:nvPr/>
          </p:nvSpPr>
          <p:spPr>
            <a:xfrm>
              <a:off x="744804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6"/>
            <p:cNvSpPr/>
            <p:nvPr/>
          </p:nvSpPr>
          <p:spPr>
            <a:xfrm>
              <a:off x="744804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6"/>
            <p:cNvSpPr/>
            <p:nvPr/>
          </p:nvSpPr>
          <p:spPr>
            <a:xfrm>
              <a:off x="744804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6"/>
            <p:cNvSpPr/>
            <p:nvPr/>
          </p:nvSpPr>
          <p:spPr>
            <a:xfrm>
              <a:off x="744804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6"/>
            <p:cNvSpPr/>
            <p:nvPr/>
          </p:nvSpPr>
          <p:spPr>
            <a:xfrm>
              <a:off x="744804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6"/>
            <p:cNvSpPr/>
            <p:nvPr/>
          </p:nvSpPr>
          <p:spPr>
            <a:xfrm>
              <a:off x="744804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6"/>
            <p:cNvSpPr/>
            <p:nvPr/>
          </p:nvSpPr>
          <p:spPr>
            <a:xfrm>
              <a:off x="744804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6"/>
            <p:cNvSpPr/>
            <p:nvPr/>
          </p:nvSpPr>
          <p:spPr>
            <a:xfrm>
              <a:off x="744804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6"/>
            <p:cNvSpPr/>
            <p:nvPr/>
          </p:nvSpPr>
          <p:spPr>
            <a:xfrm>
              <a:off x="744804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6"/>
            <p:cNvSpPr/>
            <p:nvPr/>
          </p:nvSpPr>
          <p:spPr>
            <a:xfrm>
              <a:off x="744802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6"/>
            <p:cNvSpPr/>
            <p:nvPr/>
          </p:nvSpPr>
          <p:spPr>
            <a:xfrm>
              <a:off x="744802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6"/>
            <p:cNvSpPr/>
            <p:nvPr/>
          </p:nvSpPr>
          <p:spPr>
            <a:xfrm>
              <a:off x="744802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6"/>
            <p:cNvSpPr/>
            <p:nvPr/>
          </p:nvSpPr>
          <p:spPr>
            <a:xfrm>
              <a:off x="744802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6"/>
            <p:cNvSpPr/>
            <p:nvPr/>
          </p:nvSpPr>
          <p:spPr>
            <a:xfrm>
              <a:off x="744802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6"/>
            <p:cNvSpPr/>
            <p:nvPr/>
          </p:nvSpPr>
          <p:spPr>
            <a:xfrm>
              <a:off x="744802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6"/>
            <p:cNvSpPr/>
            <p:nvPr/>
          </p:nvSpPr>
          <p:spPr>
            <a:xfrm>
              <a:off x="744801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6"/>
            <p:cNvSpPr/>
            <p:nvPr/>
          </p:nvSpPr>
          <p:spPr>
            <a:xfrm>
              <a:off x="744801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6"/>
            <p:cNvSpPr/>
            <p:nvPr/>
          </p:nvSpPr>
          <p:spPr>
            <a:xfrm>
              <a:off x="769373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6"/>
            <p:cNvSpPr/>
            <p:nvPr/>
          </p:nvSpPr>
          <p:spPr>
            <a:xfrm>
              <a:off x="769373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6"/>
            <p:cNvSpPr/>
            <p:nvPr/>
          </p:nvSpPr>
          <p:spPr>
            <a:xfrm>
              <a:off x="769373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6"/>
            <p:cNvSpPr/>
            <p:nvPr/>
          </p:nvSpPr>
          <p:spPr>
            <a:xfrm>
              <a:off x="769373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6"/>
            <p:cNvSpPr/>
            <p:nvPr/>
          </p:nvSpPr>
          <p:spPr>
            <a:xfrm>
              <a:off x="769373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6"/>
            <p:cNvSpPr/>
            <p:nvPr/>
          </p:nvSpPr>
          <p:spPr>
            <a:xfrm>
              <a:off x="769373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6"/>
            <p:cNvSpPr/>
            <p:nvPr/>
          </p:nvSpPr>
          <p:spPr>
            <a:xfrm>
              <a:off x="769373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6"/>
            <p:cNvSpPr/>
            <p:nvPr/>
          </p:nvSpPr>
          <p:spPr>
            <a:xfrm>
              <a:off x="769373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6"/>
            <p:cNvSpPr/>
            <p:nvPr/>
          </p:nvSpPr>
          <p:spPr>
            <a:xfrm>
              <a:off x="769373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6"/>
            <p:cNvSpPr/>
            <p:nvPr/>
          </p:nvSpPr>
          <p:spPr>
            <a:xfrm>
              <a:off x="769373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6"/>
            <p:cNvSpPr/>
            <p:nvPr/>
          </p:nvSpPr>
          <p:spPr>
            <a:xfrm>
              <a:off x="769373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6"/>
            <p:cNvSpPr/>
            <p:nvPr/>
          </p:nvSpPr>
          <p:spPr>
            <a:xfrm>
              <a:off x="769373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6"/>
            <p:cNvSpPr/>
            <p:nvPr/>
          </p:nvSpPr>
          <p:spPr>
            <a:xfrm>
              <a:off x="76937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6"/>
            <p:cNvSpPr/>
            <p:nvPr/>
          </p:nvSpPr>
          <p:spPr>
            <a:xfrm>
              <a:off x="76937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6"/>
            <p:cNvSpPr/>
            <p:nvPr/>
          </p:nvSpPr>
          <p:spPr>
            <a:xfrm>
              <a:off x="76937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6"/>
            <p:cNvSpPr/>
            <p:nvPr/>
          </p:nvSpPr>
          <p:spPr>
            <a:xfrm>
              <a:off x="76937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6"/>
            <p:cNvSpPr/>
            <p:nvPr/>
          </p:nvSpPr>
          <p:spPr>
            <a:xfrm>
              <a:off x="76937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6"/>
            <p:cNvSpPr/>
            <p:nvPr/>
          </p:nvSpPr>
          <p:spPr>
            <a:xfrm>
              <a:off x="76937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6"/>
            <p:cNvSpPr/>
            <p:nvPr/>
          </p:nvSpPr>
          <p:spPr>
            <a:xfrm>
              <a:off x="76937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6"/>
            <p:cNvSpPr/>
            <p:nvPr/>
          </p:nvSpPr>
          <p:spPr>
            <a:xfrm>
              <a:off x="76937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6"/>
            <p:cNvSpPr/>
            <p:nvPr/>
          </p:nvSpPr>
          <p:spPr>
            <a:xfrm>
              <a:off x="793943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6"/>
            <p:cNvSpPr/>
            <p:nvPr/>
          </p:nvSpPr>
          <p:spPr>
            <a:xfrm>
              <a:off x="793943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6"/>
            <p:cNvSpPr/>
            <p:nvPr/>
          </p:nvSpPr>
          <p:spPr>
            <a:xfrm>
              <a:off x="793943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6"/>
            <p:cNvSpPr/>
            <p:nvPr/>
          </p:nvSpPr>
          <p:spPr>
            <a:xfrm>
              <a:off x="793943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6"/>
            <p:cNvSpPr/>
            <p:nvPr/>
          </p:nvSpPr>
          <p:spPr>
            <a:xfrm>
              <a:off x="793943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6"/>
            <p:cNvSpPr/>
            <p:nvPr/>
          </p:nvSpPr>
          <p:spPr>
            <a:xfrm>
              <a:off x="793943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6"/>
            <p:cNvSpPr/>
            <p:nvPr/>
          </p:nvSpPr>
          <p:spPr>
            <a:xfrm>
              <a:off x="793943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6"/>
            <p:cNvSpPr/>
            <p:nvPr/>
          </p:nvSpPr>
          <p:spPr>
            <a:xfrm>
              <a:off x="793943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6"/>
            <p:cNvSpPr/>
            <p:nvPr/>
          </p:nvSpPr>
          <p:spPr>
            <a:xfrm>
              <a:off x="793943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6"/>
            <p:cNvSpPr/>
            <p:nvPr/>
          </p:nvSpPr>
          <p:spPr>
            <a:xfrm>
              <a:off x="793943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6"/>
            <p:cNvSpPr/>
            <p:nvPr/>
          </p:nvSpPr>
          <p:spPr>
            <a:xfrm>
              <a:off x="793943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6"/>
            <p:cNvSpPr/>
            <p:nvPr/>
          </p:nvSpPr>
          <p:spPr>
            <a:xfrm>
              <a:off x="793943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6"/>
            <p:cNvSpPr/>
            <p:nvPr/>
          </p:nvSpPr>
          <p:spPr>
            <a:xfrm>
              <a:off x="793941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6"/>
            <p:cNvSpPr/>
            <p:nvPr/>
          </p:nvSpPr>
          <p:spPr>
            <a:xfrm>
              <a:off x="793941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6"/>
            <p:cNvSpPr/>
            <p:nvPr/>
          </p:nvSpPr>
          <p:spPr>
            <a:xfrm>
              <a:off x="793941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6"/>
            <p:cNvSpPr/>
            <p:nvPr/>
          </p:nvSpPr>
          <p:spPr>
            <a:xfrm>
              <a:off x="793941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6"/>
            <p:cNvSpPr/>
            <p:nvPr/>
          </p:nvSpPr>
          <p:spPr>
            <a:xfrm>
              <a:off x="793941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6"/>
            <p:cNvSpPr/>
            <p:nvPr/>
          </p:nvSpPr>
          <p:spPr>
            <a:xfrm>
              <a:off x="793941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6"/>
            <p:cNvSpPr/>
            <p:nvPr/>
          </p:nvSpPr>
          <p:spPr>
            <a:xfrm>
              <a:off x="793940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6"/>
            <p:cNvSpPr/>
            <p:nvPr/>
          </p:nvSpPr>
          <p:spPr>
            <a:xfrm>
              <a:off x="793940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6"/>
            <p:cNvSpPr/>
            <p:nvPr/>
          </p:nvSpPr>
          <p:spPr>
            <a:xfrm>
              <a:off x="818512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6"/>
            <p:cNvSpPr/>
            <p:nvPr/>
          </p:nvSpPr>
          <p:spPr>
            <a:xfrm>
              <a:off x="818512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6"/>
            <p:cNvSpPr/>
            <p:nvPr/>
          </p:nvSpPr>
          <p:spPr>
            <a:xfrm>
              <a:off x="818512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6"/>
            <p:cNvSpPr/>
            <p:nvPr/>
          </p:nvSpPr>
          <p:spPr>
            <a:xfrm>
              <a:off x="818512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6"/>
            <p:cNvSpPr/>
            <p:nvPr/>
          </p:nvSpPr>
          <p:spPr>
            <a:xfrm>
              <a:off x="818512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6"/>
            <p:cNvSpPr/>
            <p:nvPr/>
          </p:nvSpPr>
          <p:spPr>
            <a:xfrm>
              <a:off x="818512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6"/>
            <p:cNvSpPr/>
            <p:nvPr/>
          </p:nvSpPr>
          <p:spPr>
            <a:xfrm>
              <a:off x="818512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6"/>
            <p:cNvSpPr/>
            <p:nvPr/>
          </p:nvSpPr>
          <p:spPr>
            <a:xfrm>
              <a:off x="818512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6"/>
            <p:cNvSpPr/>
            <p:nvPr/>
          </p:nvSpPr>
          <p:spPr>
            <a:xfrm>
              <a:off x="818512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6"/>
            <p:cNvSpPr/>
            <p:nvPr/>
          </p:nvSpPr>
          <p:spPr>
            <a:xfrm>
              <a:off x="818512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6"/>
            <p:cNvSpPr/>
            <p:nvPr/>
          </p:nvSpPr>
          <p:spPr>
            <a:xfrm>
              <a:off x="818512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6"/>
            <p:cNvSpPr/>
            <p:nvPr/>
          </p:nvSpPr>
          <p:spPr>
            <a:xfrm>
              <a:off x="818512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6"/>
            <p:cNvSpPr/>
            <p:nvPr/>
          </p:nvSpPr>
          <p:spPr>
            <a:xfrm>
              <a:off x="818511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6"/>
            <p:cNvSpPr/>
            <p:nvPr/>
          </p:nvSpPr>
          <p:spPr>
            <a:xfrm>
              <a:off x="818511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6"/>
            <p:cNvSpPr/>
            <p:nvPr/>
          </p:nvSpPr>
          <p:spPr>
            <a:xfrm>
              <a:off x="818511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6"/>
            <p:cNvSpPr/>
            <p:nvPr/>
          </p:nvSpPr>
          <p:spPr>
            <a:xfrm>
              <a:off x="818511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6"/>
            <p:cNvSpPr/>
            <p:nvPr/>
          </p:nvSpPr>
          <p:spPr>
            <a:xfrm>
              <a:off x="818511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6"/>
            <p:cNvSpPr/>
            <p:nvPr/>
          </p:nvSpPr>
          <p:spPr>
            <a:xfrm>
              <a:off x="818511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6"/>
            <p:cNvSpPr/>
            <p:nvPr/>
          </p:nvSpPr>
          <p:spPr>
            <a:xfrm>
              <a:off x="818510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6"/>
            <p:cNvSpPr/>
            <p:nvPr/>
          </p:nvSpPr>
          <p:spPr>
            <a:xfrm>
              <a:off x="818510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6"/>
            <p:cNvSpPr/>
            <p:nvPr/>
          </p:nvSpPr>
          <p:spPr>
            <a:xfrm>
              <a:off x="843082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6"/>
            <p:cNvSpPr/>
            <p:nvPr/>
          </p:nvSpPr>
          <p:spPr>
            <a:xfrm>
              <a:off x="843082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6"/>
            <p:cNvSpPr/>
            <p:nvPr/>
          </p:nvSpPr>
          <p:spPr>
            <a:xfrm>
              <a:off x="843082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6"/>
            <p:cNvSpPr/>
            <p:nvPr/>
          </p:nvSpPr>
          <p:spPr>
            <a:xfrm>
              <a:off x="843082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6"/>
            <p:cNvSpPr/>
            <p:nvPr/>
          </p:nvSpPr>
          <p:spPr>
            <a:xfrm>
              <a:off x="843082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6"/>
            <p:cNvSpPr/>
            <p:nvPr/>
          </p:nvSpPr>
          <p:spPr>
            <a:xfrm>
              <a:off x="843082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6"/>
            <p:cNvSpPr/>
            <p:nvPr/>
          </p:nvSpPr>
          <p:spPr>
            <a:xfrm>
              <a:off x="843082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6"/>
            <p:cNvSpPr/>
            <p:nvPr/>
          </p:nvSpPr>
          <p:spPr>
            <a:xfrm>
              <a:off x="843082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6"/>
            <p:cNvSpPr/>
            <p:nvPr/>
          </p:nvSpPr>
          <p:spPr>
            <a:xfrm>
              <a:off x="843082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6"/>
            <p:cNvSpPr/>
            <p:nvPr/>
          </p:nvSpPr>
          <p:spPr>
            <a:xfrm>
              <a:off x="843082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6"/>
            <p:cNvSpPr/>
            <p:nvPr/>
          </p:nvSpPr>
          <p:spPr>
            <a:xfrm>
              <a:off x="843082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6"/>
            <p:cNvSpPr/>
            <p:nvPr/>
          </p:nvSpPr>
          <p:spPr>
            <a:xfrm>
              <a:off x="843082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6"/>
            <p:cNvSpPr/>
            <p:nvPr/>
          </p:nvSpPr>
          <p:spPr>
            <a:xfrm>
              <a:off x="843081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6"/>
            <p:cNvSpPr/>
            <p:nvPr/>
          </p:nvSpPr>
          <p:spPr>
            <a:xfrm>
              <a:off x="843081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6"/>
            <p:cNvSpPr/>
            <p:nvPr/>
          </p:nvSpPr>
          <p:spPr>
            <a:xfrm>
              <a:off x="843081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6"/>
            <p:cNvSpPr/>
            <p:nvPr/>
          </p:nvSpPr>
          <p:spPr>
            <a:xfrm>
              <a:off x="843081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6"/>
            <p:cNvSpPr/>
            <p:nvPr/>
          </p:nvSpPr>
          <p:spPr>
            <a:xfrm>
              <a:off x="843081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6"/>
            <p:cNvSpPr/>
            <p:nvPr/>
          </p:nvSpPr>
          <p:spPr>
            <a:xfrm>
              <a:off x="843081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6"/>
            <p:cNvSpPr/>
            <p:nvPr/>
          </p:nvSpPr>
          <p:spPr>
            <a:xfrm>
              <a:off x="843079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6"/>
            <p:cNvSpPr/>
            <p:nvPr/>
          </p:nvSpPr>
          <p:spPr>
            <a:xfrm>
              <a:off x="843079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6"/>
            <p:cNvSpPr/>
            <p:nvPr/>
          </p:nvSpPr>
          <p:spPr>
            <a:xfrm>
              <a:off x="867651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6"/>
            <p:cNvSpPr/>
            <p:nvPr/>
          </p:nvSpPr>
          <p:spPr>
            <a:xfrm>
              <a:off x="867651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6"/>
            <p:cNvSpPr/>
            <p:nvPr/>
          </p:nvSpPr>
          <p:spPr>
            <a:xfrm>
              <a:off x="867651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6"/>
            <p:cNvSpPr/>
            <p:nvPr/>
          </p:nvSpPr>
          <p:spPr>
            <a:xfrm>
              <a:off x="867651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6"/>
            <p:cNvSpPr/>
            <p:nvPr/>
          </p:nvSpPr>
          <p:spPr>
            <a:xfrm>
              <a:off x="867651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6"/>
            <p:cNvSpPr/>
            <p:nvPr/>
          </p:nvSpPr>
          <p:spPr>
            <a:xfrm>
              <a:off x="867651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6"/>
            <p:cNvSpPr/>
            <p:nvPr/>
          </p:nvSpPr>
          <p:spPr>
            <a:xfrm>
              <a:off x="867651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6"/>
            <p:cNvSpPr/>
            <p:nvPr/>
          </p:nvSpPr>
          <p:spPr>
            <a:xfrm>
              <a:off x="867651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6"/>
            <p:cNvSpPr/>
            <p:nvPr/>
          </p:nvSpPr>
          <p:spPr>
            <a:xfrm>
              <a:off x="867651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6"/>
            <p:cNvSpPr/>
            <p:nvPr/>
          </p:nvSpPr>
          <p:spPr>
            <a:xfrm>
              <a:off x="867651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6"/>
            <p:cNvSpPr/>
            <p:nvPr/>
          </p:nvSpPr>
          <p:spPr>
            <a:xfrm>
              <a:off x="867651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6"/>
            <p:cNvSpPr/>
            <p:nvPr/>
          </p:nvSpPr>
          <p:spPr>
            <a:xfrm>
              <a:off x="867651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6"/>
            <p:cNvSpPr/>
            <p:nvPr/>
          </p:nvSpPr>
          <p:spPr>
            <a:xfrm>
              <a:off x="867650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6"/>
            <p:cNvSpPr/>
            <p:nvPr/>
          </p:nvSpPr>
          <p:spPr>
            <a:xfrm>
              <a:off x="867650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6"/>
            <p:cNvSpPr/>
            <p:nvPr/>
          </p:nvSpPr>
          <p:spPr>
            <a:xfrm>
              <a:off x="867650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6"/>
            <p:cNvSpPr/>
            <p:nvPr/>
          </p:nvSpPr>
          <p:spPr>
            <a:xfrm>
              <a:off x="867650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6"/>
            <p:cNvSpPr/>
            <p:nvPr/>
          </p:nvSpPr>
          <p:spPr>
            <a:xfrm>
              <a:off x="867650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6"/>
            <p:cNvSpPr/>
            <p:nvPr/>
          </p:nvSpPr>
          <p:spPr>
            <a:xfrm>
              <a:off x="867650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6"/>
            <p:cNvSpPr/>
            <p:nvPr/>
          </p:nvSpPr>
          <p:spPr>
            <a:xfrm>
              <a:off x="867649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6"/>
            <p:cNvSpPr/>
            <p:nvPr/>
          </p:nvSpPr>
          <p:spPr>
            <a:xfrm>
              <a:off x="867649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6"/>
            <p:cNvSpPr/>
            <p:nvPr/>
          </p:nvSpPr>
          <p:spPr>
            <a:xfrm>
              <a:off x="89222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6"/>
            <p:cNvSpPr/>
            <p:nvPr/>
          </p:nvSpPr>
          <p:spPr>
            <a:xfrm>
              <a:off x="89222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6"/>
            <p:cNvSpPr/>
            <p:nvPr/>
          </p:nvSpPr>
          <p:spPr>
            <a:xfrm>
              <a:off x="89222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6"/>
            <p:cNvSpPr/>
            <p:nvPr/>
          </p:nvSpPr>
          <p:spPr>
            <a:xfrm>
              <a:off x="89222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6"/>
            <p:cNvSpPr/>
            <p:nvPr/>
          </p:nvSpPr>
          <p:spPr>
            <a:xfrm>
              <a:off x="89222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6"/>
            <p:cNvSpPr/>
            <p:nvPr/>
          </p:nvSpPr>
          <p:spPr>
            <a:xfrm>
              <a:off x="89222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6"/>
            <p:cNvSpPr/>
            <p:nvPr/>
          </p:nvSpPr>
          <p:spPr>
            <a:xfrm>
              <a:off x="89222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6"/>
            <p:cNvSpPr/>
            <p:nvPr/>
          </p:nvSpPr>
          <p:spPr>
            <a:xfrm>
              <a:off x="89222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6"/>
            <p:cNvSpPr/>
            <p:nvPr/>
          </p:nvSpPr>
          <p:spPr>
            <a:xfrm>
              <a:off x="89222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6"/>
            <p:cNvSpPr/>
            <p:nvPr/>
          </p:nvSpPr>
          <p:spPr>
            <a:xfrm>
              <a:off x="89222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6"/>
            <p:cNvSpPr/>
            <p:nvPr/>
          </p:nvSpPr>
          <p:spPr>
            <a:xfrm>
              <a:off x="89222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6"/>
            <p:cNvSpPr/>
            <p:nvPr/>
          </p:nvSpPr>
          <p:spPr>
            <a:xfrm>
              <a:off x="89222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6"/>
            <p:cNvSpPr/>
            <p:nvPr/>
          </p:nvSpPr>
          <p:spPr>
            <a:xfrm>
              <a:off x="89222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6"/>
            <p:cNvSpPr/>
            <p:nvPr/>
          </p:nvSpPr>
          <p:spPr>
            <a:xfrm>
              <a:off x="89222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6"/>
            <p:cNvSpPr/>
            <p:nvPr/>
          </p:nvSpPr>
          <p:spPr>
            <a:xfrm>
              <a:off x="89222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6"/>
            <p:cNvSpPr/>
            <p:nvPr/>
          </p:nvSpPr>
          <p:spPr>
            <a:xfrm>
              <a:off x="89222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6"/>
            <p:cNvSpPr/>
            <p:nvPr/>
          </p:nvSpPr>
          <p:spPr>
            <a:xfrm>
              <a:off x="89222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6"/>
            <p:cNvSpPr/>
            <p:nvPr/>
          </p:nvSpPr>
          <p:spPr>
            <a:xfrm>
              <a:off x="89222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6"/>
            <p:cNvSpPr/>
            <p:nvPr/>
          </p:nvSpPr>
          <p:spPr>
            <a:xfrm>
              <a:off x="89221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6"/>
            <p:cNvSpPr/>
            <p:nvPr/>
          </p:nvSpPr>
          <p:spPr>
            <a:xfrm>
              <a:off x="89221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6"/>
            <p:cNvSpPr/>
            <p:nvPr/>
          </p:nvSpPr>
          <p:spPr>
            <a:xfrm>
              <a:off x="2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6"/>
            <p:cNvSpPr/>
            <p:nvPr/>
          </p:nvSpPr>
          <p:spPr>
            <a:xfrm>
              <a:off x="21763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6"/>
            <p:cNvSpPr/>
            <p:nvPr/>
          </p:nvSpPr>
          <p:spPr>
            <a:xfrm>
              <a:off x="43523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6"/>
            <p:cNvSpPr/>
            <p:nvPr/>
          </p:nvSpPr>
          <p:spPr>
            <a:xfrm>
              <a:off x="65284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6"/>
            <p:cNvSpPr/>
            <p:nvPr/>
          </p:nvSpPr>
          <p:spPr>
            <a:xfrm>
              <a:off x="87044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6"/>
            <p:cNvSpPr/>
            <p:nvPr/>
          </p:nvSpPr>
          <p:spPr>
            <a:xfrm>
              <a:off x="108805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6"/>
            <p:cNvSpPr/>
            <p:nvPr/>
          </p:nvSpPr>
          <p:spPr>
            <a:xfrm>
              <a:off x="130566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6"/>
            <p:cNvSpPr/>
            <p:nvPr/>
          </p:nvSpPr>
          <p:spPr>
            <a:xfrm>
              <a:off x="155135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6"/>
            <p:cNvSpPr/>
            <p:nvPr/>
          </p:nvSpPr>
          <p:spPr>
            <a:xfrm>
              <a:off x="179705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6"/>
            <p:cNvSpPr/>
            <p:nvPr/>
          </p:nvSpPr>
          <p:spPr>
            <a:xfrm>
              <a:off x="204274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6"/>
            <p:cNvSpPr/>
            <p:nvPr/>
          </p:nvSpPr>
          <p:spPr>
            <a:xfrm>
              <a:off x="228844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6"/>
            <p:cNvSpPr/>
            <p:nvPr/>
          </p:nvSpPr>
          <p:spPr>
            <a:xfrm>
              <a:off x="253413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6"/>
            <p:cNvSpPr/>
            <p:nvPr/>
          </p:nvSpPr>
          <p:spPr>
            <a:xfrm>
              <a:off x="277983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6"/>
            <p:cNvSpPr/>
            <p:nvPr/>
          </p:nvSpPr>
          <p:spPr>
            <a:xfrm>
              <a:off x="302552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6"/>
            <p:cNvSpPr/>
            <p:nvPr/>
          </p:nvSpPr>
          <p:spPr>
            <a:xfrm>
              <a:off x="327122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6"/>
            <p:cNvSpPr/>
            <p:nvPr/>
          </p:nvSpPr>
          <p:spPr>
            <a:xfrm>
              <a:off x="351691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6"/>
            <p:cNvSpPr/>
            <p:nvPr/>
          </p:nvSpPr>
          <p:spPr>
            <a:xfrm>
              <a:off x="37626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6"/>
            <p:cNvSpPr/>
            <p:nvPr/>
          </p:nvSpPr>
          <p:spPr>
            <a:xfrm>
              <a:off x="400830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6"/>
            <p:cNvSpPr/>
            <p:nvPr/>
          </p:nvSpPr>
          <p:spPr>
            <a:xfrm>
              <a:off x="425400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6"/>
            <p:cNvSpPr/>
            <p:nvPr/>
          </p:nvSpPr>
          <p:spPr>
            <a:xfrm>
              <a:off x="449969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6"/>
            <p:cNvSpPr/>
            <p:nvPr/>
          </p:nvSpPr>
          <p:spPr>
            <a:xfrm>
              <a:off x="474539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6"/>
            <p:cNvSpPr/>
            <p:nvPr/>
          </p:nvSpPr>
          <p:spPr>
            <a:xfrm>
              <a:off x="4991089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6"/>
            <p:cNvSpPr/>
            <p:nvPr/>
          </p:nvSpPr>
          <p:spPr>
            <a:xfrm>
              <a:off x="523678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6"/>
            <p:cNvSpPr/>
            <p:nvPr/>
          </p:nvSpPr>
          <p:spPr>
            <a:xfrm>
              <a:off x="5482479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6"/>
            <p:cNvSpPr/>
            <p:nvPr/>
          </p:nvSpPr>
          <p:spPr>
            <a:xfrm>
              <a:off x="572817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6"/>
            <p:cNvSpPr/>
            <p:nvPr/>
          </p:nvSpPr>
          <p:spPr>
            <a:xfrm>
              <a:off x="597387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6"/>
            <p:cNvSpPr/>
            <p:nvPr/>
          </p:nvSpPr>
          <p:spPr>
            <a:xfrm>
              <a:off x="621956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6"/>
            <p:cNvSpPr/>
            <p:nvPr/>
          </p:nvSpPr>
          <p:spPr>
            <a:xfrm>
              <a:off x="646526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6"/>
            <p:cNvSpPr/>
            <p:nvPr/>
          </p:nvSpPr>
          <p:spPr>
            <a:xfrm>
              <a:off x="671095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6"/>
            <p:cNvSpPr/>
            <p:nvPr/>
          </p:nvSpPr>
          <p:spPr>
            <a:xfrm>
              <a:off x="695665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6"/>
            <p:cNvSpPr/>
            <p:nvPr/>
          </p:nvSpPr>
          <p:spPr>
            <a:xfrm>
              <a:off x="720234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6"/>
            <p:cNvSpPr/>
            <p:nvPr/>
          </p:nvSpPr>
          <p:spPr>
            <a:xfrm>
              <a:off x="744804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6"/>
            <p:cNvSpPr/>
            <p:nvPr/>
          </p:nvSpPr>
          <p:spPr>
            <a:xfrm>
              <a:off x="769373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6"/>
            <p:cNvSpPr/>
            <p:nvPr/>
          </p:nvSpPr>
          <p:spPr>
            <a:xfrm>
              <a:off x="793943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6"/>
            <p:cNvSpPr/>
            <p:nvPr/>
          </p:nvSpPr>
          <p:spPr>
            <a:xfrm>
              <a:off x="818512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6"/>
            <p:cNvSpPr/>
            <p:nvPr/>
          </p:nvSpPr>
          <p:spPr>
            <a:xfrm>
              <a:off x="843082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6"/>
            <p:cNvSpPr/>
            <p:nvPr/>
          </p:nvSpPr>
          <p:spPr>
            <a:xfrm>
              <a:off x="867651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6"/>
            <p:cNvSpPr/>
            <p:nvPr/>
          </p:nvSpPr>
          <p:spPr>
            <a:xfrm>
              <a:off x="89222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6"/>
            <p:cNvSpPr/>
            <p:nvPr/>
          </p:nvSpPr>
          <p:spPr>
            <a:xfrm>
              <a:off x="91679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6"/>
            <p:cNvSpPr/>
            <p:nvPr/>
          </p:nvSpPr>
          <p:spPr>
            <a:xfrm>
              <a:off x="91679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6"/>
            <p:cNvSpPr/>
            <p:nvPr/>
          </p:nvSpPr>
          <p:spPr>
            <a:xfrm>
              <a:off x="91679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6"/>
            <p:cNvSpPr/>
            <p:nvPr/>
          </p:nvSpPr>
          <p:spPr>
            <a:xfrm>
              <a:off x="91679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6"/>
            <p:cNvSpPr/>
            <p:nvPr/>
          </p:nvSpPr>
          <p:spPr>
            <a:xfrm>
              <a:off x="91679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6"/>
            <p:cNvSpPr/>
            <p:nvPr/>
          </p:nvSpPr>
          <p:spPr>
            <a:xfrm>
              <a:off x="91679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6"/>
            <p:cNvSpPr/>
            <p:nvPr/>
          </p:nvSpPr>
          <p:spPr>
            <a:xfrm>
              <a:off x="91679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6"/>
            <p:cNvSpPr/>
            <p:nvPr/>
          </p:nvSpPr>
          <p:spPr>
            <a:xfrm>
              <a:off x="91679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6"/>
            <p:cNvSpPr/>
            <p:nvPr/>
          </p:nvSpPr>
          <p:spPr>
            <a:xfrm>
              <a:off x="91679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6"/>
            <p:cNvSpPr/>
            <p:nvPr/>
          </p:nvSpPr>
          <p:spPr>
            <a:xfrm>
              <a:off x="91679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6"/>
            <p:cNvSpPr/>
            <p:nvPr/>
          </p:nvSpPr>
          <p:spPr>
            <a:xfrm>
              <a:off x="91679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6"/>
            <p:cNvSpPr/>
            <p:nvPr/>
          </p:nvSpPr>
          <p:spPr>
            <a:xfrm>
              <a:off x="91679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6"/>
            <p:cNvSpPr/>
            <p:nvPr/>
          </p:nvSpPr>
          <p:spPr>
            <a:xfrm>
              <a:off x="91679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6"/>
            <p:cNvSpPr/>
            <p:nvPr/>
          </p:nvSpPr>
          <p:spPr>
            <a:xfrm>
              <a:off x="91679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6"/>
            <p:cNvSpPr/>
            <p:nvPr/>
          </p:nvSpPr>
          <p:spPr>
            <a:xfrm>
              <a:off x="91679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6"/>
            <p:cNvSpPr/>
            <p:nvPr/>
          </p:nvSpPr>
          <p:spPr>
            <a:xfrm>
              <a:off x="91679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6"/>
            <p:cNvSpPr/>
            <p:nvPr/>
          </p:nvSpPr>
          <p:spPr>
            <a:xfrm>
              <a:off x="91679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6"/>
            <p:cNvSpPr/>
            <p:nvPr/>
          </p:nvSpPr>
          <p:spPr>
            <a:xfrm>
              <a:off x="91679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6"/>
            <p:cNvSpPr/>
            <p:nvPr/>
          </p:nvSpPr>
          <p:spPr>
            <a:xfrm>
              <a:off x="91678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6"/>
            <p:cNvSpPr/>
            <p:nvPr/>
          </p:nvSpPr>
          <p:spPr>
            <a:xfrm>
              <a:off x="91678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6"/>
            <p:cNvSpPr/>
            <p:nvPr/>
          </p:nvSpPr>
          <p:spPr>
            <a:xfrm>
              <a:off x="91679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3" name="Google Shape;4143;p6"/>
          <p:cNvGrpSpPr/>
          <p:nvPr/>
        </p:nvGrpSpPr>
        <p:grpSpPr>
          <a:xfrm>
            <a:off x="235650" y="204150"/>
            <a:ext cx="8683925" cy="4735200"/>
            <a:chOff x="235650" y="204150"/>
            <a:chExt cx="8683925" cy="4735200"/>
          </a:xfrm>
        </p:grpSpPr>
        <p:sp>
          <p:nvSpPr>
            <p:cNvPr id="4144" name="Google Shape;4144;p6"/>
            <p:cNvSpPr/>
            <p:nvPr/>
          </p:nvSpPr>
          <p:spPr>
            <a:xfrm>
              <a:off x="235650" y="204150"/>
              <a:ext cx="8672700" cy="4735200"/>
            </a:xfrm>
            <a:prstGeom prst="roundRect">
              <a:avLst>
                <a:gd name="adj" fmla="val 3441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145" name="Google Shape;4145;p6"/>
            <p:cNvCxnSpPr/>
            <p:nvPr/>
          </p:nvCxnSpPr>
          <p:spPr>
            <a:xfrm>
              <a:off x="240875" y="543800"/>
              <a:ext cx="8678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146" name="Google Shape;4146;p6"/>
            <p:cNvSpPr/>
            <p:nvPr/>
          </p:nvSpPr>
          <p:spPr>
            <a:xfrm>
              <a:off x="37842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6"/>
            <p:cNvSpPr/>
            <p:nvPr/>
          </p:nvSpPr>
          <p:spPr>
            <a:xfrm>
              <a:off x="68307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6"/>
            <p:cNvSpPr/>
            <p:nvPr/>
          </p:nvSpPr>
          <p:spPr>
            <a:xfrm>
              <a:off x="98772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49" name="Google Shape;414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1" name="Google Shape;4151;p7"/>
          <p:cNvGrpSpPr/>
          <p:nvPr/>
        </p:nvGrpSpPr>
        <p:grpSpPr>
          <a:xfrm>
            <a:off x="38150" y="35427"/>
            <a:ext cx="9067465" cy="5072518"/>
            <a:chOff x="0" y="-63776"/>
            <a:chExt cx="9309513" cy="5207389"/>
          </a:xfrm>
        </p:grpSpPr>
        <p:sp>
          <p:nvSpPr>
            <p:cNvPr id="4152" name="Google Shape;4152;p7"/>
            <p:cNvSpPr/>
            <p:nvPr/>
          </p:nvSpPr>
          <p:spPr>
            <a:xfrm>
              <a:off x="2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7"/>
            <p:cNvSpPr/>
            <p:nvPr/>
          </p:nvSpPr>
          <p:spPr>
            <a:xfrm>
              <a:off x="2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7"/>
            <p:cNvSpPr/>
            <p:nvPr/>
          </p:nvSpPr>
          <p:spPr>
            <a:xfrm>
              <a:off x="2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7"/>
            <p:cNvSpPr/>
            <p:nvPr/>
          </p:nvSpPr>
          <p:spPr>
            <a:xfrm>
              <a:off x="2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7"/>
            <p:cNvSpPr/>
            <p:nvPr/>
          </p:nvSpPr>
          <p:spPr>
            <a:xfrm>
              <a:off x="2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7"/>
            <p:cNvSpPr/>
            <p:nvPr/>
          </p:nvSpPr>
          <p:spPr>
            <a:xfrm>
              <a:off x="2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7"/>
            <p:cNvSpPr/>
            <p:nvPr/>
          </p:nvSpPr>
          <p:spPr>
            <a:xfrm>
              <a:off x="2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7"/>
            <p:cNvSpPr/>
            <p:nvPr/>
          </p:nvSpPr>
          <p:spPr>
            <a:xfrm>
              <a:off x="2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7"/>
            <p:cNvSpPr/>
            <p:nvPr/>
          </p:nvSpPr>
          <p:spPr>
            <a:xfrm>
              <a:off x="2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7"/>
            <p:cNvSpPr/>
            <p:nvPr/>
          </p:nvSpPr>
          <p:spPr>
            <a:xfrm>
              <a:off x="2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7"/>
            <p:cNvSpPr/>
            <p:nvPr/>
          </p:nvSpPr>
          <p:spPr>
            <a:xfrm>
              <a:off x="2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7"/>
            <p:cNvSpPr/>
            <p:nvPr/>
          </p:nvSpPr>
          <p:spPr>
            <a:xfrm>
              <a:off x="2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7"/>
            <p:cNvSpPr/>
            <p:nvPr/>
          </p:nvSpPr>
          <p:spPr>
            <a:xfrm>
              <a:off x="1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7"/>
            <p:cNvSpPr/>
            <p:nvPr/>
          </p:nvSpPr>
          <p:spPr>
            <a:xfrm>
              <a:off x="1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7"/>
            <p:cNvSpPr/>
            <p:nvPr/>
          </p:nvSpPr>
          <p:spPr>
            <a:xfrm>
              <a:off x="1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7"/>
            <p:cNvSpPr/>
            <p:nvPr/>
          </p:nvSpPr>
          <p:spPr>
            <a:xfrm>
              <a:off x="1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7"/>
            <p:cNvSpPr/>
            <p:nvPr/>
          </p:nvSpPr>
          <p:spPr>
            <a:xfrm>
              <a:off x="1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7"/>
            <p:cNvSpPr/>
            <p:nvPr/>
          </p:nvSpPr>
          <p:spPr>
            <a:xfrm>
              <a:off x="1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7"/>
            <p:cNvSpPr/>
            <p:nvPr/>
          </p:nvSpPr>
          <p:spPr>
            <a:xfrm>
              <a:off x="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7"/>
            <p:cNvSpPr/>
            <p:nvPr/>
          </p:nvSpPr>
          <p:spPr>
            <a:xfrm>
              <a:off x="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7"/>
            <p:cNvSpPr/>
            <p:nvPr/>
          </p:nvSpPr>
          <p:spPr>
            <a:xfrm>
              <a:off x="21763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7"/>
            <p:cNvSpPr/>
            <p:nvPr/>
          </p:nvSpPr>
          <p:spPr>
            <a:xfrm>
              <a:off x="21763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7"/>
            <p:cNvSpPr/>
            <p:nvPr/>
          </p:nvSpPr>
          <p:spPr>
            <a:xfrm>
              <a:off x="21763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7"/>
            <p:cNvSpPr/>
            <p:nvPr/>
          </p:nvSpPr>
          <p:spPr>
            <a:xfrm>
              <a:off x="21763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7"/>
            <p:cNvSpPr/>
            <p:nvPr/>
          </p:nvSpPr>
          <p:spPr>
            <a:xfrm>
              <a:off x="21763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7"/>
            <p:cNvSpPr/>
            <p:nvPr/>
          </p:nvSpPr>
          <p:spPr>
            <a:xfrm>
              <a:off x="21763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7"/>
            <p:cNvSpPr/>
            <p:nvPr/>
          </p:nvSpPr>
          <p:spPr>
            <a:xfrm>
              <a:off x="21763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7"/>
            <p:cNvSpPr/>
            <p:nvPr/>
          </p:nvSpPr>
          <p:spPr>
            <a:xfrm>
              <a:off x="21763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7"/>
            <p:cNvSpPr/>
            <p:nvPr/>
          </p:nvSpPr>
          <p:spPr>
            <a:xfrm>
              <a:off x="21763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7"/>
            <p:cNvSpPr/>
            <p:nvPr/>
          </p:nvSpPr>
          <p:spPr>
            <a:xfrm>
              <a:off x="21763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7"/>
            <p:cNvSpPr/>
            <p:nvPr/>
          </p:nvSpPr>
          <p:spPr>
            <a:xfrm>
              <a:off x="21763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7"/>
            <p:cNvSpPr/>
            <p:nvPr/>
          </p:nvSpPr>
          <p:spPr>
            <a:xfrm>
              <a:off x="21763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7"/>
            <p:cNvSpPr/>
            <p:nvPr/>
          </p:nvSpPr>
          <p:spPr>
            <a:xfrm>
              <a:off x="21761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7"/>
            <p:cNvSpPr/>
            <p:nvPr/>
          </p:nvSpPr>
          <p:spPr>
            <a:xfrm>
              <a:off x="21761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7"/>
            <p:cNvSpPr/>
            <p:nvPr/>
          </p:nvSpPr>
          <p:spPr>
            <a:xfrm>
              <a:off x="21761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7"/>
            <p:cNvSpPr/>
            <p:nvPr/>
          </p:nvSpPr>
          <p:spPr>
            <a:xfrm>
              <a:off x="21761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7"/>
            <p:cNvSpPr/>
            <p:nvPr/>
          </p:nvSpPr>
          <p:spPr>
            <a:xfrm>
              <a:off x="21761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7"/>
            <p:cNvSpPr/>
            <p:nvPr/>
          </p:nvSpPr>
          <p:spPr>
            <a:xfrm>
              <a:off x="21761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7"/>
            <p:cNvSpPr/>
            <p:nvPr/>
          </p:nvSpPr>
          <p:spPr>
            <a:xfrm>
              <a:off x="21760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7"/>
            <p:cNvSpPr/>
            <p:nvPr/>
          </p:nvSpPr>
          <p:spPr>
            <a:xfrm>
              <a:off x="21760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7"/>
            <p:cNvSpPr/>
            <p:nvPr/>
          </p:nvSpPr>
          <p:spPr>
            <a:xfrm>
              <a:off x="43523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7"/>
            <p:cNvSpPr/>
            <p:nvPr/>
          </p:nvSpPr>
          <p:spPr>
            <a:xfrm>
              <a:off x="43523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7"/>
            <p:cNvSpPr/>
            <p:nvPr/>
          </p:nvSpPr>
          <p:spPr>
            <a:xfrm>
              <a:off x="43523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7"/>
            <p:cNvSpPr/>
            <p:nvPr/>
          </p:nvSpPr>
          <p:spPr>
            <a:xfrm>
              <a:off x="43523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7"/>
            <p:cNvSpPr/>
            <p:nvPr/>
          </p:nvSpPr>
          <p:spPr>
            <a:xfrm>
              <a:off x="43523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7"/>
            <p:cNvSpPr/>
            <p:nvPr/>
          </p:nvSpPr>
          <p:spPr>
            <a:xfrm>
              <a:off x="43523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7"/>
            <p:cNvSpPr/>
            <p:nvPr/>
          </p:nvSpPr>
          <p:spPr>
            <a:xfrm>
              <a:off x="43523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7"/>
            <p:cNvSpPr/>
            <p:nvPr/>
          </p:nvSpPr>
          <p:spPr>
            <a:xfrm>
              <a:off x="43523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7"/>
            <p:cNvSpPr/>
            <p:nvPr/>
          </p:nvSpPr>
          <p:spPr>
            <a:xfrm>
              <a:off x="43523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7"/>
            <p:cNvSpPr/>
            <p:nvPr/>
          </p:nvSpPr>
          <p:spPr>
            <a:xfrm>
              <a:off x="43523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7"/>
            <p:cNvSpPr/>
            <p:nvPr/>
          </p:nvSpPr>
          <p:spPr>
            <a:xfrm>
              <a:off x="43523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7"/>
            <p:cNvSpPr/>
            <p:nvPr/>
          </p:nvSpPr>
          <p:spPr>
            <a:xfrm>
              <a:off x="43523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7"/>
            <p:cNvSpPr/>
            <p:nvPr/>
          </p:nvSpPr>
          <p:spPr>
            <a:xfrm>
              <a:off x="4352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7"/>
            <p:cNvSpPr/>
            <p:nvPr/>
          </p:nvSpPr>
          <p:spPr>
            <a:xfrm>
              <a:off x="4352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7"/>
            <p:cNvSpPr/>
            <p:nvPr/>
          </p:nvSpPr>
          <p:spPr>
            <a:xfrm>
              <a:off x="4352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7"/>
            <p:cNvSpPr/>
            <p:nvPr/>
          </p:nvSpPr>
          <p:spPr>
            <a:xfrm>
              <a:off x="4352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7"/>
            <p:cNvSpPr/>
            <p:nvPr/>
          </p:nvSpPr>
          <p:spPr>
            <a:xfrm>
              <a:off x="4352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7"/>
            <p:cNvSpPr/>
            <p:nvPr/>
          </p:nvSpPr>
          <p:spPr>
            <a:xfrm>
              <a:off x="4352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7"/>
            <p:cNvSpPr/>
            <p:nvPr/>
          </p:nvSpPr>
          <p:spPr>
            <a:xfrm>
              <a:off x="4352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7"/>
            <p:cNvSpPr/>
            <p:nvPr/>
          </p:nvSpPr>
          <p:spPr>
            <a:xfrm>
              <a:off x="4352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7"/>
            <p:cNvSpPr/>
            <p:nvPr/>
          </p:nvSpPr>
          <p:spPr>
            <a:xfrm>
              <a:off x="65284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7"/>
            <p:cNvSpPr/>
            <p:nvPr/>
          </p:nvSpPr>
          <p:spPr>
            <a:xfrm>
              <a:off x="65284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7"/>
            <p:cNvSpPr/>
            <p:nvPr/>
          </p:nvSpPr>
          <p:spPr>
            <a:xfrm>
              <a:off x="65284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7"/>
            <p:cNvSpPr/>
            <p:nvPr/>
          </p:nvSpPr>
          <p:spPr>
            <a:xfrm>
              <a:off x="65284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7"/>
            <p:cNvSpPr/>
            <p:nvPr/>
          </p:nvSpPr>
          <p:spPr>
            <a:xfrm>
              <a:off x="65284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7"/>
            <p:cNvSpPr/>
            <p:nvPr/>
          </p:nvSpPr>
          <p:spPr>
            <a:xfrm>
              <a:off x="65284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7"/>
            <p:cNvSpPr/>
            <p:nvPr/>
          </p:nvSpPr>
          <p:spPr>
            <a:xfrm>
              <a:off x="65284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7"/>
            <p:cNvSpPr/>
            <p:nvPr/>
          </p:nvSpPr>
          <p:spPr>
            <a:xfrm>
              <a:off x="65284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7"/>
            <p:cNvSpPr/>
            <p:nvPr/>
          </p:nvSpPr>
          <p:spPr>
            <a:xfrm>
              <a:off x="65284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7"/>
            <p:cNvSpPr/>
            <p:nvPr/>
          </p:nvSpPr>
          <p:spPr>
            <a:xfrm>
              <a:off x="65284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7"/>
            <p:cNvSpPr/>
            <p:nvPr/>
          </p:nvSpPr>
          <p:spPr>
            <a:xfrm>
              <a:off x="65284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7"/>
            <p:cNvSpPr/>
            <p:nvPr/>
          </p:nvSpPr>
          <p:spPr>
            <a:xfrm>
              <a:off x="65284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7"/>
            <p:cNvSpPr/>
            <p:nvPr/>
          </p:nvSpPr>
          <p:spPr>
            <a:xfrm>
              <a:off x="65283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7"/>
            <p:cNvSpPr/>
            <p:nvPr/>
          </p:nvSpPr>
          <p:spPr>
            <a:xfrm>
              <a:off x="65283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7"/>
            <p:cNvSpPr/>
            <p:nvPr/>
          </p:nvSpPr>
          <p:spPr>
            <a:xfrm>
              <a:off x="65283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7"/>
            <p:cNvSpPr/>
            <p:nvPr/>
          </p:nvSpPr>
          <p:spPr>
            <a:xfrm>
              <a:off x="65283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7"/>
            <p:cNvSpPr/>
            <p:nvPr/>
          </p:nvSpPr>
          <p:spPr>
            <a:xfrm>
              <a:off x="65283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7"/>
            <p:cNvSpPr/>
            <p:nvPr/>
          </p:nvSpPr>
          <p:spPr>
            <a:xfrm>
              <a:off x="65283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7"/>
            <p:cNvSpPr/>
            <p:nvPr/>
          </p:nvSpPr>
          <p:spPr>
            <a:xfrm>
              <a:off x="65281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7"/>
            <p:cNvSpPr/>
            <p:nvPr/>
          </p:nvSpPr>
          <p:spPr>
            <a:xfrm>
              <a:off x="65281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7"/>
            <p:cNvSpPr/>
            <p:nvPr/>
          </p:nvSpPr>
          <p:spPr>
            <a:xfrm>
              <a:off x="87044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7"/>
            <p:cNvSpPr/>
            <p:nvPr/>
          </p:nvSpPr>
          <p:spPr>
            <a:xfrm>
              <a:off x="87044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7"/>
            <p:cNvSpPr/>
            <p:nvPr/>
          </p:nvSpPr>
          <p:spPr>
            <a:xfrm>
              <a:off x="87044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7"/>
            <p:cNvSpPr/>
            <p:nvPr/>
          </p:nvSpPr>
          <p:spPr>
            <a:xfrm>
              <a:off x="87044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7"/>
            <p:cNvSpPr/>
            <p:nvPr/>
          </p:nvSpPr>
          <p:spPr>
            <a:xfrm>
              <a:off x="87044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7"/>
            <p:cNvSpPr/>
            <p:nvPr/>
          </p:nvSpPr>
          <p:spPr>
            <a:xfrm>
              <a:off x="87044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7"/>
            <p:cNvSpPr/>
            <p:nvPr/>
          </p:nvSpPr>
          <p:spPr>
            <a:xfrm>
              <a:off x="87044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7"/>
            <p:cNvSpPr/>
            <p:nvPr/>
          </p:nvSpPr>
          <p:spPr>
            <a:xfrm>
              <a:off x="87044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7"/>
            <p:cNvSpPr/>
            <p:nvPr/>
          </p:nvSpPr>
          <p:spPr>
            <a:xfrm>
              <a:off x="87044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7"/>
            <p:cNvSpPr/>
            <p:nvPr/>
          </p:nvSpPr>
          <p:spPr>
            <a:xfrm>
              <a:off x="87044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7"/>
            <p:cNvSpPr/>
            <p:nvPr/>
          </p:nvSpPr>
          <p:spPr>
            <a:xfrm>
              <a:off x="87044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7"/>
            <p:cNvSpPr/>
            <p:nvPr/>
          </p:nvSpPr>
          <p:spPr>
            <a:xfrm>
              <a:off x="87044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7"/>
            <p:cNvSpPr/>
            <p:nvPr/>
          </p:nvSpPr>
          <p:spPr>
            <a:xfrm>
              <a:off x="87043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7"/>
            <p:cNvSpPr/>
            <p:nvPr/>
          </p:nvSpPr>
          <p:spPr>
            <a:xfrm>
              <a:off x="87043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7"/>
            <p:cNvSpPr/>
            <p:nvPr/>
          </p:nvSpPr>
          <p:spPr>
            <a:xfrm>
              <a:off x="87043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7"/>
            <p:cNvSpPr/>
            <p:nvPr/>
          </p:nvSpPr>
          <p:spPr>
            <a:xfrm>
              <a:off x="87043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7"/>
            <p:cNvSpPr/>
            <p:nvPr/>
          </p:nvSpPr>
          <p:spPr>
            <a:xfrm>
              <a:off x="87043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7"/>
            <p:cNvSpPr/>
            <p:nvPr/>
          </p:nvSpPr>
          <p:spPr>
            <a:xfrm>
              <a:off x="87043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7"/>
            <p:cNvSpPr/>
            <p:nvPr/>
          </p:nvSpPr>
          <p:spPr>
            <a:xfrm>
              <a:off x="87042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7"/>
            <p:cNvSpPr/>
            <p:nvPr/>
          </p:nvSpPr>
          <p:spPr>
            <a:xfrm>
              <a:off x="87042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7"/>
            <p:cNvSpPr/>
            <p:nvPr/>
          </p:nvSpPr>
          <p:spPr>
            <a:xfrm>
              <a:off x="108805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7"/>
            <p:cNvSpPr/>
            <p:nvPr/>
          </p:nvSpPr>
          <p:spPr>
            <a:xfrm>
              <a:off x="108805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7"/>
            <p:cNvSpPr/>
            <p:nvPr/>
          </p:nvSpPr>
          <p:spPr>
            <a:xfrm>
              <a:off x="108805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7"/>
            <p:cNvSpPr/>
            <p:nvPr/>
          </p:nvSpPr>
          <p:spPr>
            <a:xfrm>
              <a:off x="108805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7"/>
            <p:cNvSpPr/>
            <p:nvPr/>
          </p:nvSpPr>
          <p:spPr>
            <a:xfrm>
              <a:off x="108805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7"/>
            <p:cNvSpPr/>
            <p:nvPr/>
          </p:nvSpPr>
          <p:spPr>
            <a:xfrm>
              <a:off x="108805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7"/>
            <p:cNvSpPr/>
            <p:nvPr/>
          </p:nvSpPr>
          <p:spPr>
            <a:xfrm>
              <a:off x="108805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7"/>
            <p:cNvSpPr/>
            <p:nvPr/>
          </p:nvSpPr>
          <p:spPr>
            <a:xfrm>
              <a:off x="108805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7"/>
            <p:cNvSpPr/>
            <p:nvPr/>
          </p:nvSpPr>
          <p:spPr>
            <a:xfrm>
              <a:off x="108805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7"/>
            <p:cNvSpPr/>
            <p:nvPr/>
          </p:nvSpPr>
          <p:spPr>
            <a:xfrm>
              <a:off x="108805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7"/>
            <p:cNvSpPr/>
            <p:nvPr/>
          </p:nvSpPr>
          <p:spPr>
            <a:xfrm>
              <a:off x="108805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7"/>
            <p:cNvSpPr/>
            <p:nvPr/>
          </p:nvSpPr>
          <p:spPr>
            <a:xfrm>
              <a:off x="108805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7"/>
            <p:cNvSpPr/>
            <p:nvPr/>
          </p:nvSpPr>
          <p:spPr>
            <a:xfrm>
              <a:off x="108804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7"/>
            <p:cNvSpPr/>
            <p:nvPr/>
          </p:nvSpPr>
          <p:spPr>
            <a:xfrm>
              <a:off x="108804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7"/>
            <p:cNvSpPr/>
            <p:nvPr/>
          </p:nvSpPr>
          <p:spPr>
            <a:xfrm>
              <a:off x="108804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7"/>
            <p:cNvSpPr/>
            <p:nvPr/>
          </p:nvSpPr>
          <p:spPr>
            <a:xfrm>
              <a:off x="108804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7"/>
            <p:cNvSpPr/>
            <p:nvPr/>
          </p:nvSpPr>
          <p:spPr>
            <a:xfrm>
              <a:off x="108804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7"/>
            <p:cNvSpPr/>
            <p:nvPr/>
          </p:nvSpPr>
          <p:spPr>
            <a:xfrm>
              <a:off x="108804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7"/>
            <p:cNvSpPr/>
            <p:nvPr/>
          </p:nvSpPr>
          <p:spPr>
            <a:xfrm>
              <a:off x="108802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7"/>
            <p:cNvSpPr/>
            <p:nvPr/>
          </p:nvSpPr>
          <p:spPr>
            <a:xfrm>
              <a:off x="108802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7"/>
            <p:cNvSpPr/>
            <p:nvPr/>
          </p:nvSpPr>
          <p:spPr>
            <a:xfrm>
              <a:off x="130566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7"/>
            <p:cNvSpPr/>
            <p:nvPr/>
          </p:nvSpPr>
          <p:spPr>
            <a:xfrm>
              <a:off x="130566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7"/>
            <p:cNvSpPr/>
            <p:nvPr/>
          </p:nvSpPr>
          <p:spPr>
            <a:xfrm>
              <a:off x="130566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7"/>
            <p:cNvSpPr/>
            <p:nvPr/>
          </p:nvSpPr>
          <p:spPr>
            <a:xfrm>
              <a:off x="130566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7"/>
            <p:cNvSpPr/>
            <p:nvPr/>
          </p:nvSpPr>
          <p:spPr>
            <a:xfrm>
              <a:off x="130566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7"/>
            <p:cNvSpPr/>
            <p:nvPr/>
          </p:nvSpPr>
          <p:spPr>
            <a:xfrm>
              <a:off x="130566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7"/>
            <p:cNvSpPr/>
            <p:nvPr/>
          </p:nvSpPr>
          <p:spPr>
            <a:xfrm>
              <a:off x="130566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7"/>
            <p:cNvSpPr/>
            <p:nvPr/>
          </p:nvSpPr>
          <p:spPr>
            <a:xfrm>
              <a:off x="130566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7"/>
            <p:cNvSpPr/>
            <p:nvPr/>
          </p:nvSpPr>
          <p:spPr>
            <a:xfrm>
              <a:off x="130566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7"/>
            <p:cNvSpPr/>
            <p:nvPr/>
          </p:nvSpPr>
          <p:spPr>
            <a:xfrm>
              <a:off x="130566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7"/>
            <p:cNvSpPr/>
            <p:nvPr/>
          </p:nvSpPr>
          <p:spPr>
            <a:xfrm>
              <a:off x="130566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7"/>
            <p:cNvSpPr/>
            <p:nvPr/>
          </p:nvSpPr>
          <p:spPr>
            <a:xfrm>
              <a:off x="130566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7"/>
            <p:cNvSpPr/>
            <p:nvPr/>
          </p:nvSpPr>
          <p:spPr>
            <a:xfrm>
              <a:off x="130564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7"/>
            <p:cNvSpPr/>
            <p:nvPr/>
          </p:nvSpPr>
          <p:spPr>
            <a:xfrm>
              <a:off x="130564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7"/>
            <p:cNvSpPr/>
            <p:nvPr/>
          </p:nvSpPr>
          <p:spPr>
            <a:xfrm>
              <a:off x="130564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7"/>
            <p:cNvSpPr/>
            <p:nvPr/>
          </p:nvSpPr>
          <p:spPr>
            <a:xfrm>
              <a:off x="130564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7"/>
            <p:cNvSpPr/>
            <p:nvPr/>
          </p:nvSpPr>
          <p:spPr>
            <a:xfrm>
              <a:off x="130564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7"/>
            <p:cNvSpPr/>
            <p:nvPr/>
          </p:nvSpPr>
          <p:spPr>
            <a:xfrm>
              <a:off x="130564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7"/>
            <p:cNvSpPr/>
            <p:nvPr/>
          </p:nvSpPr>
          <p:spPr>
            <a:xfrm>
              <a:off x="130563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7"/>
            <p:cNvSpPr/>
            <p:nvPr/>
          </p:nvSpPr>
          <p:spPr>
            <a:xfrm>
              <a:off x="130563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7"/>
            <p:cNvSpPr/>
            <p:nvPr/>
          </p:nvSpPr>
          <p:spPr>
            <a:xfrm>
              <a:off x="155135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7"/>
            <p:cNvSpPr/>
            <p:nvPr/>
          </p:nvSpPr>
          <p:spPr>
            <a:xfrm>
              <a:off x="155135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7"/>
            <p:cNvSpPr/>
            <p:nvPr/>
          </p:nvSpPr>
          <p:spPr>
            <a:xfrm>
              <a:off x="155135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7"/>
            <p:cNvSpPr/>
            <p:nvPr/>
          </p:nvSpPr>
          <p:spPr>
            <a:xfrm>
              <a:off x="155135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7"/>
            <p:cNvSpPr/>
            <p:nvPr/>
          </p:nvSpPr>
          <p:spPr>
            <a:xfrm>
              <a:off x="155135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7"/>
            <p:cNvSpPr/>
            <p:nvPr/>
          </p:nvSpPr>
          <p:spPr>
            <a:xfrm>
              <a:off x="155135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7"/>
            <p:cNvSpPr/>
            <p:nvPr/>
          </p:nvSpPr>
          <p:spPr>
            <a:xfrm>
              <a:off x="155135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7"/>
            <p:cNvSpPr/>
            <p:nvPr/>
          </p:nvSpPr>
          <p:spPr>
            <a:xfrm>
              <a:off x="155135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7"/>
            <p:cNvSpPr/>
            <p:nvPr/>
          </p:nvSpPr>
          <p:spPr>
            <a:xfrm>
              <a:off x="155135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7"/>
            <p:cNvSpPr/>
            <p:nvPr/>
          </p:nvSpPr>
          <p:spPr>
            <a:xfrm>
              <a:off x="155135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7"/>
            <p:cNvSpPr/>
            <p:nvPr/>
          </p:nvSpPr>
          <p:spPr>
            <a:xfrm>
              <a:off x="155135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7"/>
            <p:cNvSpPr/>
            <p:nvPr/>
          </p:nvSpPr>
          <p:spPr>
            <a:xfrm>
              <a:off x="155135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7"/>
            <p:cNvSpPr/>
            <p:nvPr/>
          </p:nvSpPr>
          <p:spPr>
            <a:xfrm>
              <a:off x="155134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7"/>
            <p:cNvSpPr/>
            <p:nvPr/>
          </p:nvSpPr>
          <p:spPr>
            <a:xfrm>
              <a:off x="155134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7"/>
            <p:cNvSpPr/>
            <p:nvPr/>
          </p:nvSpPr>
          <p:spPr>
            <a:xfrm>
              <a:off x="155134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7"/>
            <p:cNvSpPr/>
            <p:nvPr/>
          </p:nvSpPr>
          <p:spPr>
            <a:xfrm>
              <a:off x="155134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7"/>
            <p:cNvSpPr/>
            <p:nvPr/>
          </p:nvSpPr>
          <p:spPr>
            <a:xfrm>
              <a:off x="155134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7"/>
            <p:cNvSpPr/>
            <p:nvPr/>
          </p:nvSpPr>
          <p:spPr>
            <a:xfrm>
              <a:off x="155134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7"/>
            <p:cNvSpPr/>
            <p:nvPr/>
          </p:nvSpPr>
          <p:spPr>
            <a:xfrm>
              <a:off x="155133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7"/>
            <p:cNvSpPr/>
            <p:nvPr/>
          </p:nvSpPr>
          <p:spPr>
            <a:xfrm>
              <a:off x="155133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7"/>
            <p:cNvSpPr/>
            <p:nvPr/>
          </p:nvSpPr>
          <p:spPr>
            <a:xfrm>
              <a:off x="179705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7"/>
            <p:cNvSpPr/>
            <p:nvPr/>
          </p:nvSpPr>
          <p:spPr>
            <a:xfrm>
              <a:off x="179705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7"/>
            <p:cNvSpPr/>
            <p:nvPr/>
          </p:nvSpPr>
          <p:spPr>
            <a:xfrm>
              <a:off x="179705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7"/>
            <p:cNvSpPr/>
            <p:nvPr/>
          </p:nvSpPr>
          <p:spPr>
            <a:xfrm>
              <a:off x="179705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7"/>
            <p:cNvSpPr/>
            <p:nvPr/>
          </p:nvSpPr>
          <p:spPr>
            <a:xfrm>
              <a:off x="179705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7"/>
            <p:cNvSpPr/>
            <p:nvPr/>
          </p:nvSpPr>
          <p:spPr>
            <a:xfrm>
              <a:off x="179705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7"/>
            <p:cNvSpPr/>
            <p:nvPr/>
          </p:nvSpPr>
          <p:spPr>
            <a:xfrm>
              <a:off x="179705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7"/>
            <p:cNvSpPr/>
            <p:nvPr/>
          </p:nvSpPr>
          <p:spPr>
            <a:xfrm>
              <a:off x="179705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7"/>
            <p:cNvSpPr/>
            <p:nvPr/>
          </p:nvSpPr>
          <p:spPr>
            <a:xfrm>
              <a:off x="179705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7"/>
            <p:cNvSpPr/>
            <p:nvPr/>
          </p:nvSpPr>
          <p:spPr>
            <a:xfrm>
              <a:off x="179705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7"/>
            <p:cNvSpPr/>
            <p:nvPr/>
          </p:nvSpPr>
          <p:spPr>
            <a:xfrm>
              <a:off x="179705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7"/>
            <p:cNvSpPr/>
            <p:nvPr/>
          </p:nvSpPr>
          <p:spPr>
            <a:xfrm>
              <a:off x="179705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7"/>
            <p:cNvSpPr/>
            <p:nvPr/>
          </p:nvSpPr>
          <p:spPr>
            <a:xfrm>
              <a:off x="179703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7"/>
            <p:cNvSpPr/>
            <p:nvPr/>
          </p:nvSpPr>
          <p:spPr>
            <a:xfrm>
              <a:off x="179703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7"/>
            <p:cNvSpPr/>
            <p:nvPr/>
          </p:nvSpPr>
          <p:spPr>
            <a:xfrm>
              <a:off x="179703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7"/>
            <p:cNvSpPr/>
            <p:nvPr/>
          </p:nvSpPr>
          <p:spPr>
            <a:xfrm>
              <a:off x="179703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7"/>
            <p:cNvSpPr/>
            <p:nvPr/>
          </p:nvSpPr>
          <p:spPr>
            <a:xfrm>
              <a:off x="179703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7"/>
            <p:cNvSpPr/>
            <p:nvPr/>
          </p:nvSpPr>
          <p:spPr>
            <a:xfrm>
              <a:off x="179703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7"/>
            <p:cNvSpPr/>
            <p:nvPr/>
          </p:nvSpPr>
          <p:spPr>
            <a:xfrm>
              <a:off x="179702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7"/>
            <p:cNvSpPr/>
            <p:nvPr/>
          </p:nvSpPr>
          <p:spPr>
            <a:xfrm>
              <a:off x="179702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7"/>
            <p:cNvSpPr/>
            <p:nvPr/>
          </p:nvSpPr>
          <p:spPr>
            <a:xfrm>
              <a:off x="204274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7"/>
            <p:cNvSpPr/>
            <p:nvPr/>
          </p:nvSpPr>
          <p:spPr>
            <a:xfrm>
              <a:off x="204274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7"/>
            <p:cNvSpPr/>
            <p:nvPr/>
          </p:nvSpPr>
          <p:spPr>
            <a:xfrm>
              <a:off x="204274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7"/>
            <p:cNvSpPr/>
            <p:nvPr/>
          </p:nvSpPr>
          <p:spPr>
            <a:xfrm>
              <a:off x="204274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7"/>
            <p:cNvSpPr/>
            <p:nvPr/>
          </p:nvSpPr>
          <p:spPr>
            <a:xfrm>
              <a:off x="204274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7"/>
            <p:cNvSpPr/>
            <p:nvPr/>
          </p:nvSpPr>
          <p:spPr>
            <a:xfrm>
              <a:off x="204274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7"/>
            <p:cNvSpPr/>
            <p:nvPr/>
          </p:nvSpPr>
          <p:spPr>
            <a:xfrm>
              <a:off x="204274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7"/>
            <p:cNvSpPr/>
            <p:nvPr/>
          </p:nvSpPr>
          <p:spPr>
            <a:xfrm>
              <a:off x="204274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7"/>
            <p:cNvSpPr/>
            <p:nvPr/>
          </p:nvSpPr>
          <p:spPr>
            <a:xfrm>
              <a:off x="204274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7"/>
            <p:cNvSpPr/>
            <p:nvPr/>
          </p:nvSpPr>
          <p:spPr>
            <a:xfrm>
              <a:off x="204274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7"/>
            <p:cNvSpPr/>
            <p:nvPr/>
          </p:nvSpPr>
          <p:spPr>
            <a:xfrm>
              <a:off x="204274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7"/>
            <p:cNvSpPr/>
            <p:nvPr/>
          </p:nvSpPr>
          <p:spPr>
            <a:xfrm>
              <a:off x="204274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7"/>
            <p:cNvSpPr/>
            <p:nvPr/>
          </p:nvSpPr>
          <p:spPr>
            <a:xfrm>
              <a:off x="204273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7"/>
            <p:cNvSpPr/>
            <p:nvPr/>
          </p:nvSpPr>
          <p:spPr>
            <a:xfrm>
              <a:off x="204273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7"/>
            <p:cNvSpPr/>
            <p:nvPr/>
          </p:nvSpPr>
          <p:spPr>
            <a:xfrm>
              <a:off x="204273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7"/>
            <p:cNvSpPr/>
            <p:nvPr/>
          </p:nvSpPr>
          <p:spPr>
            <a:xfrm>
              <a:off x="204273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7"/>
            <p:cNvSpPr/>
            <p:nvPr/>
          </p:nvSpPr>
          <p:spPr>
            <a:xfrm>
              <a:off x="204273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7"/>
            <p:cNvSpPr/>
            <p:nvPr/>
          </p:nvSpPr>
          <p:spPr>
            <a:xfrm>
              <a:off x="204273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7"/>
            <p:cNvSpPr/>
            <p:nvPr/>
          </p:nvSpPr>
          <p:spPr>
            <a:xfrm>
              <a:off x="204272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7"/>
            <p:cNvSpPr/>
            <p:nvPr/>
          </p:nvSpPr>
          <p:spPr>
            <a:xfrm>
              <a:off x="204272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7"/>
            <p:cNvSpPr/>
            <p:nvPr/>
          </p:nvSpPr>
          <p:spPr>
            <a:xfrm>
              <a:off x="228844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7"/>
            <p:cNvSpPr/>
            <p:nvPr/>
          </p:nvSpPr>
          <p:spPr>
            <a:xfrm>
              <a:off x="228844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7"/>
            <p:cNvSpPr/>
            <p:nvPr/>
          </p:nvSpPr>
          <p:spPr>
            <a:xfrm>
              <a:off x="228844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7"/>
            <p:cNvSpPr/>
            <p:nvPr/>
          </p:nvSpPr>
          <p:spPr>
            <a:xfrm>
              <a:off x="228844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7"/>
            <p:cNvSpPr/>
            <p:nvPr/>
          </p:nvSpPr>
          <p:spPr>
            <a:xfrm>
              <a:off x="228844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7"/>
            <p:cNvSpPr/>
            <p:nvPr/>
          </p:nvSpPr>
          <p:spPr>
            <a:xfrm>
              <a:off x="228844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7"/>
            <p:cNvSpPr/>
            <p:nvPr/>
          </p:nvSpPr>
          <p:spPr>
            <a:xfrm>
              <a:off x="228844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7"/>
            <p:cNvSpPr/>
            <p:nvPr/>
          </p:nvSpPr>
          <p:spPr>
            <a:xfrm>
              <a:off x="228844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7"/>
            <p:cNvSpPr/>
            <p:nvPr/>
          </p:nvSpPr>
          <p:spPr>
            <a:xfrm>
              <a:off x="228844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7"/>
            <p:cNvSpPr/>
            <p:nvPr/>
          </p:nvSpPr>
          <p:spPr>
            <a:xfrm>
              <a:off x="228844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7"/>
            <p:cNvSpPr/>
            <p:nvPr/>
          </p:nvSpPr>
          <p:spPr>
            <a:xfrm>
              <a:off x="228844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7"/>
            <p:cNvSpPr/>
            <p:nvPr/>
          </p:nvSpPr>
          <p:spPr>
            <a:xfrm>
              <a:off x="228844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7"/>
            <p:cNvSpPr/>
            <p:nvPr/>
          </p:nvSpPr>
          <p:spPr>
            <a:xfrm>
              <a:off x="228842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7"/>
            <p:cNvSpPr/>
            <p:nvPr/>
          </p:nvSpPr>
          <p:spPr>
            <a:xfrm>
              <a:off x="228842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7"/>
            <p:cNvSpPr/>
            <p:nvPr/>
          </p:nvSpPr>
          <p:spPr>
            <a:xfrm>
              <a:off x="228842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7"/>
            <p:cNvSpPr/>
            <p:nvPr/>
          </p:nvSpPr>
          <p:spPr>
            <a:xfrm>
              <a:off x="228842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7"/>
            <p:cNvSpPr/>
            <p:nvPr/>
          </p:nvSpPr>
          <p:spPr>
            <a:xfrm>
              <a:off x="228842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7"/>
            <p:cNvSpPr/>
            <p:nvPr/>
          </p:nvSpPr>
          <p:spPr>
            <a:xfrm>
              <a:off x="228842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7"/>
            <p:cNvSpPr/>
            <p:nvPr/>
          </p:nvSpPr>
          <p:spPr>
            <a:xfrm>
              <a:off x="228841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7"/>
            <p:cNvSpPr/>
            <p:nvPr/>
          </p:nvSpPr>
          <p:spPr>
            <a:xfrm>
              <a:off x="228841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7"/>
            <p:cNvSpPr/>
            <p:nvPr/>
          </p:nvSpPr>
          <p:spPr>
            <a:xfrm>
              <a:off x="253413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7"/>
            <p:cNvSpPr/>
            <p:nvPr/>
          </p:nvSpPr>
          <p:spPr>
            <a:xfrm>
              <a:off x="253413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7"/>
            <p:cNvSpPr/>
            <p:nvPr/>
          </p:nvSpPr>
          <p:spPr>
            <a:xfrm>
              <a:off x="253413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7"/>
            <p:cNvSpPr/>
            <p:nvPr/>
          </p:nvSpPr>
          <p:spPr>
            <a:xfrm>
              <a:off x="253413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7"/>
            <p:cNvSpPr/>
            <p:nvPr/>
          </p:nvSpPr>
          <p:spPr>
            <a:xfrm>
              <a:off x="253413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7"/>
            <p:cNvSpPr/>
            <p:nvPr/>
          </p:nvSpPr>
          <p:spPr>
            <a:xfrm>
              <a:off x="253413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7"/>
            <p:cNvSpPr/>
            <p:nvPr/>
          </p:nvSpPr>
          <p:spPr>
            <a:xfrm>
              <a:off x="253413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7"/>
            <p:cNvSpPr/>
            <p:nvPr/>
          </p:nvSpPr>
          <p:spPr>
            <a:xfrm>
              <a:off x="253413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7"/>
            <p:cNvSpPr/>
            <p:nvPr/>
          </p:nvSpPr>
          <p:spPr>
            <a:xfrm>
              <a:off x="253413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7"/>
            <p:cNvSpPr/>
            <p:nvPr/>
          </p:nvSpPr>
          <p:spPr>
            <a:xfrm>
              <a:off x="253413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7"/>
            <p:cNvSpPr/>
            <p:nvPr/>
          </p:nvSpPr>
          <p:spPr>
            <a:xfrm>
              <a:off x="253413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7"/>
            <p:cNvSpPr/>
            <p:nvPr/>
          </p:nvSpPr>
          <p:spPr>
            <a:xfrm>
              <a:off x="253413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7"/>
            <p:cNvSpPr/>
            <p:nvPr/>
          </p:nvSpPr>
          <p:spPr>
            <a:xfrm>
              <a:off x="25341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7"/>
            <p:cNvSpPr/>
            <p:nvPr/>
          </p:nvSpPr>
          <p:spPr>
            <a:xfrm>
              <a:off x="25341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7"/>
            <p:cNvSpPr/>
            <p:nvPr/>
          </p:nvSpPr>
          <p:spPr>
            <a:xfrm>
              <a:off x="25341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7"/>
            <p:cNvSpPr/>
            <p:nvPr/>
          </p:nvSpPr>
          <p:spPr>
            <a:xfrm>
              <a:off x="25341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7"/>
            <p:cNvSpPr/>
            <p:nvPr/>
          </p:nvSpPr>
          <p:spPr>
            <a:xfrm>
              <a:off x="25341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7"/>
            <p:cNvSpPr/>
            <p:nvPr/>
          </p:nvSpPr>
          <p:spPr>
            <a:xfrm>
              <a:off x="25341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7"/>
            <p:cNvSpPr/>
            <p:nvPr/>
          </p:nvSpPr>
          <p:spPr>
            <a:xfrm>
              <a:off x="25341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7"/>
            <p:cNvSpPr/>
            <p:nvPr/>
          </p:nvSpPr>
          <p:spPr>
            <a:xfrm>
              <a:off x="25341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7"/>
            <p:cNvSpPr/>
            <p:nvPr/>
          </p:nvSpPr>
          <p:spPr>
            <a:xfrm>
              <a:off x="277983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7"/>
            <p:cNvSpPr/>
            <p:nvPr/>
          </p:nvSpPr>
          <p:spPr>
            <a:xfrm>
              <a:off x="277983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7"/>
            <p:cNvSpPr/>
            <p:nvPr/>
          </p:nvSpPr>
          <p:spPr>
            <a:xfrm>
              <a:off x="277983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7"/>
            <p:cNvSpPr/>
            <p:nvPr/>
          </p:nvSpPr>
          <p:spPr>
            <a:xfrm>
              <a:off x="277983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7"/>
            <p:cNvSpPr/>
            <p:nvPr/>
          </p:nvSpPr>
          <p:spPr>
            <a:xfrm>
              <a:off x="277983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7"/>
            <p:cNvSpPr/>
            <p:nvPr/>
          </p:nvSpPr>
          <p:spPr>
            <a:xfrm>
              <a:off x="277983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7"/>
            <p:cNvSpPr/>
            <p:nvPr/>
          </p:nvSpPr>
          <p:spPr>
            <a:xfrm>
              <a:off x="277983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7"/>
            <p:cNvSpPr/>
            <p:nvPr/>
          </p:nvSpPr>
          <p:spPr>
            <a:xfrm>
              <a:off x="277983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7"/>
            <p:cNvSpPr/>
            <p:nvPr/>
          </p:nvSpPr>
          <p:spPr>
            <a:xfrm>
              <a:off x="277983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7"/>
            <p:cNvSpPr/>
            <p:nvPr/>
          </p:nvSpPr>
          <p:spPr>
            <a:xfrm>
              <a:off x="277983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7"/>
            <p:cNvSpPr/>
            <p:nvPr/>
          </p:nvSpPr>
          <p:spPr>
            <a:xfrm>
              <a:off x="277983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7"/>
            <p:cNvSpPr/>
            <p:nvPr/>
          </p:nvSpPr>
          <p:spPr>
            <a:xfrm>
              <a:off x="277983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7"/>
            <p:cNvSpPr/>
            <p:nvPr/>
          </p:nvSpPr>
          <p:spPr>
            <a:xfrm>
              <a:off x="277981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7"/>
            <p:cNvSpPr/>
            <p:nvPr/>
          </p:nvSpPr>
          <p:spPr>
            <a:xfrm>
              <a:off x="277981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7"/>
            <p:cNvSpPr/>
            <p:nvPr/>
          </p:nvSpPr>
          <p:spPr>
            <a:xfrm>
              <a:off x="277981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7"/>
            <p:cNvSpPr/>
            <p:nvPr/>
          </p:nvSpPr>
          <p:spPr>
            <a:xfrm>
              <a:off x="277981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7"/>
            <p:cNvSpPr/>
            <p:nvPr/>
          </p:nvSpPr>
          <p:spPr>
            <a:xfrm>
              <a:off x="277981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7"/>
            <p:cNvSpPr/>
            <p:nvPr/>
          </p:nvSpPr>
          <p:spPr>
            <a:xfrm>
              <a:off x="277981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7"/>
            <p:cNvSpPr/>
            <p:nvPr/>
          </p:nvSpPr>
          <p:spPr>
            <a:xfrm>
              <a:off x="277980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7"/>
            <p:cNvSpPr/>
            <p:nvPr/>
          </p:nvSpPr>
          <p:spPr>
            <a:xfrm>
              <a:off x="277980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7"/>
            <p:cNvSpPr/>
            <p:nvPr/>
          </p:nvSpPr>
          <p:spPr>
            <a:xfrm>
              <a:off x="302552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7"/>
            <p:cNvSpPr/>
            <p:nvPr/>
          </p:nvSpPr>
          <p:spPr>
            <a:xfrm>
              <a:off x="302552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7"/>
            <p:cNvSpPr/>
            <p:nvPr/>
          </p:nvSpPr>
          <p:spPr>
            <a:xfrm>
              <a:off x="302552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7"/>
            <p:cNvSpPr/>
            <p:nvPr/>
          </p:nvSpPr>
          <p:spPr>
            <a:xfrm>
              <a:off x="302552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7"/>
            <p:cNvSpPr/>
            <p:nvPr/>
          </p:nvSpPr>
          <p:spPr>
            <a:xfrm>
              <a:off x="302552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7"/>
            <p:cNvSpPr/>
            <p:nvPr/>
          </p:nvSpPr>
          <p:spPr>
            <a:xfrm>
              <a:off x="302552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7"/>
            <p:cNvSpPr/>
            <p:nvPr/>
          </p:nvSpPr>
          <p:spPr>
            <a:xfrm>
              <a:off x="302552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7"/>
            <p:cNvSpPr/>
            <p:nvPr/>
          </p:nvSpPr>
          <p:spPr>
            <a:xfrm>
              <a:off x="302552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7"/>
            <p:cNvSpPr/>
            <p:nvPr/>
          </p:nvSpPr>
          <p:spPr>
            <a:xfrm>
              <a:off x="302552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7"/>
            <p:cNvSpPr/>
            <p:nvPr/>
          </p:nvSpPr>
          <p:spPr>
            <a:xfrm>
              <a:off x="302552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7"/>
            <p:cNvSpPr/>
            <p:nvPr/>
          </p:nvSpPr>
          <p:spPr>
            <a:xfrm>
              <a:off x="302552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7"/>
            <p:cNvSpPr/>
            <p:nvPr/>
          </p:nvSpPr>
          <p:spPr>
            <a:xfrm>
              <a:off x="302552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7"/>
            <p:cNvSpPr/>
            <p:nvPr/>
          </p:nvSpPr>
          <p:spPr>
            <a:xfrm>
              <a:off x="302551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7"/>
            <p:cNvSpPr/>
            <p:nvPr/>
          </p:nvSpPr>
          <p:spPr>
            <a:xfrm>
              <a:off x="302551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7"/>
            <p:cNvSpPr/>
            <p:nvPr/>
          </p:nvSpPr>
          <p:spPr>
            <a:xfrm>
              <a:off x="302551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7"/>
            <p:cNvSpPr/>
            <p:nvPr/>
          </p:nvSpPr>
          <p:spPr>
            <a:xfrm>
              <a:off x="302551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7"/>
            <p:cNvSpPr/>
            <p:nvPr/>
          </p:nvSpPr>
          <p:spPr>
            <a:xfrm>
              <a:off x="302551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7"/>
            <p:cNvSpPr/>
            <p:nvPr/>
          </p:nvSpPr>
          <p:spPr>
            <a:xfrm>
              <a:off x="302551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7"/>
            <p:cNvSpPr/>
            <p:nvPr/>
          </p:nvSpPr>
          <p:spPr>
            <a:xfrm>
              <a:off x="302550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7"/>
            <p:cNvSpPr/>
            <p:nvPr/>
          </p:nvSpPr>
          <p:spPr>
            <a:xfrm>
              <a:off x="302550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7"/>
            <p:cNvSpPr/>
            <p:nvPr/>
          </p:nvSpPr>
          <p:spPr>
            <a:xfrm>
              <a:off x="327122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7"/>
            <p:cNvSpPr/>
            <p:nvPr/>
          </p:nvSpPr>
          <p:spPr>
            <a:xfrm>
              <a:off x="327122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7"/>
            <p:cNvSpPr/>
            <p:nvPr/>
          </p:nvSpPr>
          <p:spPr>
            <a:xfrm>
              <a:off x="327122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7"/>
            <p:cNvSpPr/>
            <p:nvPr/>
          </p:nvSpPr>
          <p:spPr>
            <a:xfrm>
              <a:off x="327122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7"/>
            <p:cNvSpPr/>
            <p:nvPr/>
          </p:nvSpPr>
          <p:spPr>
            <a:xfrm>
              <a:off x="327122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7"/>
            <p:cNvSpPr/>
            <p:nvPr/>
          </p:nvSpPr>
          <p:spPr>
            <a:xfrm>
              <a:off x="327122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7"/>
            <p:cNvSpPr/>
            <p:nvPr/>
          </p:nvSpPr>
          <p:spPr>
            <a:xfrm>
              <a:off x="327122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7"/>
            <p:cNvSpPr/>
            <p:nvPr/>
          </p:nvSpPr>
          <p:spPr>
            <a:xfrm>
              <a:off x="327122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7"/>
            <p:cNvSpPr/>
            <p:nvPr/>
          </p:nvSpPr>
          <p:spPr>
            <a:xfrm>
              <a:off x="327122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7"/>
            <p:cNvSpPr/>
            <p:nvPr/>
          </p:nvSpPr>
          <p:spPr>
            <a:xfrm>
              <a:off x="327122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7"/>
            <p:cNvSpPr/>
            <p:nvPr/>
          </p:nvSpPr>
          <p:spPr>
            <a:xfrm>
              <a:off x="327122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7"/>
            <p:cNvSpPr/>
            <p:nvPr/>
          </p:nvSpPr>
          <p:spPr>
            <a:xfrm>
              <a:off x="327122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7"/>
            <p:cNvSpPr/>
            <p:nvPr/>
          </p:nvSpPr>
          <p:spPr>
            <a:xfrm>
              <a:off x="327121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7"/>
            <p:cNvSpPr/>
            <p:nvPr/>
          </p:nvSpPr>
          <p:spPr>
            <a:xfrm>
              <a:off x="327121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7"/>
            <p:cNvSpPr/>
            <p:nvPr/>
          </p:nvSpPr>
          <p:spPr>
            <a:xfrm>
              <a:off x="327121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7"/>
            <p:cNvSpPr/>
            <p:nvPr/>
          </p:nvSpPr>
          <p:spPr>
            <a:xfrm>
              <a:off x="327121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7"/>
            <p:cNvSpPr/>
            <p:nvPr/>
          </p:nvSpPr>
          <p:spPr>
            <a:xfrm>
              <a:off x="327121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7"/>
            <p:cNvSpPr/>
            <p:nvPr/>
          </p:nvSpPr>
          <p:spPr>
            <a:xfrm>
              <a:off x="327121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7"/>
            <p:cNvSpPr/>
            <p:nvPr/>
          </p:nvSpPr>
          <p:spPr>
            <a:xfrm>
              <a:off x="327119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7"/>
            <p:cNvSpPr/>
            <p:nvPr/>
          </p:nvSpPr>
          <p:spPr>
            <a:xfrm>
              <a:off x="327119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7"/>
            <p:cNvSpPr/>
            <p:nvPr/>
          </p:nvSpPr>
          <p:spPr>
            <a:xfrm>
              <a:off x="351691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7"/>
            <p:cNvSpPr/>
            <p:nvPr/>
          </p:nvSpPr>
          <p:spPr>
            <a:xfrm>
              <a:off x="351691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7"/>
            <p:cNvSpPr/>
            <p:nvPr/>
          </p:nvSpPr>
          <p:spPr>
            <a:xfrm>
              <a:off x="351691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7"/>
            <p:cNvSpPr/>
            <p:nvPr/>
          </p:nvSpPr>
          <p:spPr>
            <a:xfrm>
              <a:off x="351691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7"/>
            <p:cNvSpPr/>
            <p:nvPr/>
          </p:nvSpPr>
          <p:spPr>
            <a:xfrm>
              <a:off x="351691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7"/>
            <p:cNvSpPr/>
            <p:nvPr/>
          </p:nvSpPr>
          <p:spPr>
            <a:xfrm>
              <a:off x="351691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7"/>
            <p:cNvSpPr/>
            <p:nvPr/>
          </p:nvSpPr>
          <p:spPr>
            <a:xfrm>
              <a:off x="351691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7"/>
            <p:cNvSpPr/>
            <p:nvPr/>
          </p:nvSpPr>
          <p:spPr>
            <a:xfrm>
              <a:off x="351691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7"/>
            <p:cNvSpPr/>
            <p:nvPr/>
          </p:nvSpPr>
          <p:spPr>
            <a:xfrm>
              <a:off x="351691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7"/>
            <p:cNvSpPr/>
            <p:nvPr/>
          </p:nvSpPr>
          <p:spPr>
            <a:xfrm>
              <a:off x="351691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7"/>
            <p:cNvSpPr/>
            <p:nvPr/>
          </p:nvSpPr>
          <p:spPr>
            <a:xfrm>
              <a:off x="351691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7"/>
            <p:cNvSpPr/>
            <p:nvPr/>
          </p:nvSpPr>
          <p:spPr>
            <a:xfrm>
              <a:off x="351691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7"/>
            <p:cNvSpPr/>
            <p:nvPr/>
          </p:nvSpPr>
          <p:spPr>
            <a:xfrm>
              <a:off x="351690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7"/>
            <p:cNvSpPr/>
            <p:nvPr/>
          </p:nvSpPr>
          <p:spPr>
            <a:xfrm>
              <a:off x="351690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7"/>
            <p:cNvSpPr/>
            <p:nvPr/>
          </p:nvSpPr>
          <p:spPr>
            <a:xfrm>
              <a:off x="351690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7"/>
            <p:cNvSpPr/>
            <p:nvPr/>
          </p:nvSpPr>
          <p:spPr>
            <a:xfrm>
              <a:off x="351690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7"/>
            <p:cNvSpPr/>
            <p:nvPr/>
          </p:nvSpPr>
          <p:spPr>
            <a:xfrm>
              <a:off x="351690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7"/>
            <p:cNvSpPr/>
            <p:nvPr/>
          </p:nvSpPr>
          <p:spPr>
            <a:xfrm>
              <a:off x="351690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7"/>
            <p:cNvSpPr/>
            <p:nvPr/>
          </p:nvSpPr>
          <p:spPr>
            <a:xfrm>
              <a:off x="351689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7"/>
            <p:cNvSpPr/>
            <p:nvPr/>
          </p:nvSpPr>
          <p:spPr>
            <a:xfrm>
              <a:off x="351689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7"/>
            <p:cNvSpPr/>
            <p:nvPr/>
          </p:nvSpPr>
          <p:spPr>
            <a:xfrm>
              <a:off x="37626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7"/>
            <p:cNvSpPr/>
            <p:nvPr/>
          </p:nvSpPr>
          <p:spPr>
            <a:xfrm>
              <a:off x="37626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7"/>
            <p:cNvSpPr/>
            <p:nvPr/>
          </p:nvSpPr>
          <p:spPr>
            <a:xfrm>
              <a:off x="37626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7"/>
            <p:cNvSpPr/>
            <p:nvPr/>
          </p:nvSpPr>
          <p:spPr>
            <a:xfrm>
              <a:off x="37626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7"/>
            <p:cNvSpPr/>
            <p:nvPr/>
          </p:nvSpPr>
          <p:spPr>
            <a:xfrm>
              <a:off x="37626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7"/>
            <p:cNvSpPr/>
            <p:nvPr/>
          </p:nvSpPr>
          <p:spPr>
            <a:xfrm>
              <a:off x="37626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7"/>
            <p:cNvSpPr/>
            <p:nvPr/>
          </p:nvSpPr>
          <p:spPr>
            <a:xfrm>
              <a:off x="37626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7"/>
            <p:cNvSpPr/>
            <p:nvPr/>
          </p:nvSpPr>
          <p:spPr>
            <a:xfrm>
              <a:off x="37626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7"/>
            <p:cNvSpPr/>
            <p:nvPr/>
          </p:nvSpPr>
          <p:spPr>
            <a:xfrm>
              <a:off x="37626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7"/>
            <p:cNvSpPr/>
            <p:nvPr/>
          </p:nvSpPr>
          <p:spPr>
            <a:xfrm>
              <a:off x="37626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7"/>
            <p:cNvSpPr/>
            <p:nvPr/>
          </p:nvSpPr>
          <p:spPr>
            <a:xfrm>
              <a:off x="37626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7"/>
            <p:cNvSpPr/>
            <p:nvPr/>
          </p:nvSpPr>
          <p:spPr>
            <a:xfrm>
              <a:off x="37626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7"/>
            <p:cNvSpPr/>
            <p:nvPr/>
          </p:nvSpPr>
          <p:spPr>
            <a:xfrm>
              <a:off x="37626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7"/>
            <p:cNvSpPr/>
            <p:nvPr/>
          </p:nvSpPr>
          <p:spPr>
            <a:xfrm>
              <a:off x="37626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7"/>
            <p:cNvSpPr/>
            <p:nvPr/>
          </p:nvSpPr>
          <p:spPr>
            <a:xfrm>
              <a:off x="37626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7"/>
            <p:cNvSpPr/>
            <p:nvPr/>
          </p:nvSpPr>
          <p:spPr>
            <a:xfrm>
              <a:off x="37626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7"/>
            <p:cNvSpPr/>
            <p:nvPr/>
          </p:nvSpPr>
          <p:spPr>
            <a:xfrm>
              <a:off x="37626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7"/>
            <p:cNvSpPr/>
            <p:nvPr/>
          </p:nvSpPr>
          <p:spPr>
            <a:xfrm>
              <a:off x="37626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7"/>
            <p:cNvSpPr/>
            <p:nvPr/>
          </p:nvSpPr>
          <p:spPr>
            <a:xfrm>
              <a:off x="37625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7"/>
            <p:cNvSpPr/>
            <p:nvPr/>
          </p:nvSpPr>
          <p:spPr>
            <a:xfrm>
              <a:off x="37625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7"/>
            <p:cNvSpPr/>
            <p:nvPr/>
          </p:nvSpPr>
          <p:spPr>
            <a:xfrm>
              <a:off x="400830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7"/>
            <p:cNvSpPr/>
            <p:nvPr/>
          </p:nvSpPr>
          <p:spPr>
            <a:xfrm>
              <a:off x="400830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7"/>
            <p:cNvSpPr/>
            <p:nvPr/>
          </p:nvSpPr>
          <p:spPr>
            <a:xfrm>
              <a:off x="400830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7"/>
            <p:cNvSpPr/>
            <p:nvPr/>
          </p:nvSpPr>
          <p:spPr>
            <a:xfrm>
              <a:off x="400830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7"/>
            <p:cNvSpPr/>
            <p:nvPr/>
          </p:nvSpPr>
          <p:spPr>
            <a:xfrm>
              <a:off x="400830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7"/>
            <p:cNvSpPr/>
            <p:nvPr/>
          </p:nvSpPr>
          <p:spPr>
            <a:xfrm>
              <a:off x="400830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7"/>
            <p:cNvSpPr/>
            <p:nvPr/>
          </p:nvSpPr>
          <p:spPr>
            <a:xfrm>
              <a:off x="400830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7"/>
            <p:cNvSpPr/>
            <p:nvPr/>
          </p:nvSpPr>
          <p:spPr>
            <a:xfrm>
              <a:off x="400830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7"/>
            <p:cNvSpPr/>
            <p:nvPr/>
          </p:nvSpPr>
          <p:spPr>
            <a:xfrm>
              <a:off x="400830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7"/>
            <p:cNvSpPr/>
            <p:nvPr/>
          </p:nvSpPr>
          <p:spPr>
            <a:xfrm>
              <a:off x="400830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7"/>
            <p:cNvSpPr/>
            <p:nvPr/>
          </p:nvSpPr>
          <p:spPr>
            <a:xfrm>
              <a:off x="400830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7"/>
            <p:cNvSpPr/>
            <p:nvPr/>
          </p:nvSpPr>
          <p:spPr>
            <a:xfrm>
              <a:off x="400830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7"/>
            <p:cNvSpPr/>
            <p:nvPr/>
          </p:nvSpPr>
          <p:spPr>
            <a:xfrm>
              <a:off x="400829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7"/>
            <p:cNvSpPr/>
            <p:nvPr/>
          </p:nvSpPr>
          <p:spPr>
            <a:xfrm>
              <a:off x="400829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7"/>
            <p:cNvSpPr/>
            <p:nvPr/>
          </p:nvSpPr>
          <p:spPr>
            <a:xfrm>
              <a:off x="400829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7"/>
            <p:cNvSpPr/>
            <p:nvPr/>
          </p:nvSpPr>
          <p:spPr>
            <a:xfrm>
              <a:off x="400829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7"/>
            <p:cNvSpPr/>
            <p:nvPr/>
          </p:nvSpPr>
          <p:spPr>
            <a:xfrm>
              <a:off x="400829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7"/>
            <p:cNvSpPr/>
            <p:nvPr/>
          </p:nvSpPr>
          <p:spPr>
            <a:xfrm>
              <a:off x="400829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7"/>
            <p:cNvSpPr/>
            <p:nvPr/>
          </p:nvSpPr>
          <p:spPr>
            <a:xfrm>
              <a:off x="400828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7"/>
            <p:cNvSpPr/>
            <p:nvPr/>
          </p:nvSpPr>
          <p:spPr>
            <a:xfrm>
              <a:off x="400828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7"/>
            <p:cNvSpPr/>
            <p:nvPr/>
          </p:nvSpPr>
          <p:spPr>
            <a:xfrm>
              <a:off x="425400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7"/>
            <p:cNvSpPr/>
            <p:nvPr/>
          </p:nvSpPr>
          <p:spPr>
            <a:xfrm>
              <a:off x="425400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7"/>
            <p:cNvSpPr/>
            <p:nvPr/>
          </p:nvSpPr>
          <p:spPr>
            <a:xfrm>
              <a:off x="425400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7"/>
            <p:cNvSpPr/>
            <p:nvPr/>
          </p:nvSpPr>
          <p:spPr>
            <a:xfrm>
              <a:off x="425400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7"/>
            <p:cNvSpPr/>
            <p:nvPr/>
          </p:nvSpPr>
          <p:spPr>
            <a:xfrm>
              <a:off x="425400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7"/>
            <p:cNvSpPr/>
            <p:nvPr/>
          </p:nvSpPr>
          <p:spPr>
            <a:xfrm>
              <a:off x="425400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7"/>
            <p:cNvSpPr/>
            <p:nvPr/>
          </p:nvSpPr>
          <p:spPr>
            <a:xfrm>
              <a:off x="425400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7"/>
            <p:cNvSpPr/>
            <p:nvPr/>
          </p:nvSpPr>
          <p:spPr>
            <a:xfrm>
              <a:off x="425400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7"/>
            <p:cNvSpPr/>
            <p:nvPr/>
          </p:nvSpPr>
          <p:spPr>
            <a:xfrm>
              <a:off x="425400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7"/>
            <p:cNvSpPr/>
            <p:nvPr/>
          </p:nvSpPr>
          <p:spPr>
            <a:xfrm>
              <a:off x="425400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7"/>
            <p:cNvSpPr/>
            <p:nvPr/>
          </p:nvSpPr>
          <p:spPr>
            <a:xfrm>
              <a:off x="425400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7"/>
            <p:cNvSpPr/>
            <p:nvPr/>
          </p:nvSpPr>
          <p:spPr>
            <a:xfrm>
              <a:off x="425400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7"/>
            <p:cNvSpPr/>
            <p:nvPr/>
          </p:nvSpPr>
          <p:spPr>
            <a:xfrm>
              <a:off x="4253991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7"/>
            <p:cNvSpPr/>
            <p:nvPr/>
          </p:nvSpPr>
          <p:spPr>
            <a:xfrm>
              <a:off x="4253991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7"/>
            <p:cNvSpPr/>
            <p:nvPr/>
          </p:nvSpPr>
          <p:spPr>
            <a:xfrm>
              <a:off x="4253991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7"/>
            <p:cNvSpPr/>
            <p:nvPr/>
          </p:nvSpPr>
          <p:spPr>
            <a:xfrm>
              <a:off x="4253991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7"/>
            <p:cNvSpPr/>
            <p:nvPr/>
          </p:nvSpPr>
          <p:spPr>
            <a:xfrm>
              <a:off x="4253991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7"/>
            <p:cNvSpPr/>
            <p:nvPr/>
          </p:nvSpPr>
          <p:spPr>
            <a:xfrm>
              <a:off x="4253991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7"/>
            <p:cNvSpPr/>
            <p:nvPr/>
          </p:nvSpPr>
          <p:spPr>
            <a:xfrm>
              <a:off x="425397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7"/>
            <p:cNvSpPr/>
            <p:nvPr/>
          </p:nvSpPr>
          <p:spPr>
            <a:xfrm>
              <a:off x="425397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7"/>
            <p:cNvSpPr/>
            <p:nvPr/>
          </p:nvSpPr>
          <p:spPr>
            <a:xfrm>
              <a:off x="449969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7"/>
            <p:cNvSpPr/>
            <p:nvPr/>
          </p:nvSpPr>
          <p:spPr>
            <a:xfrm>
              <a:off x="449969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7"/>
            <p:cNvSpPr/>
            <p:nvPr/>
          </p:nvSpPr>
          <p:spPr>
            <a:xfrm>
              <a:off x="449969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7"/>
            <p:cNvSpPr/>
            <p:nvPr/>
          </p:nvSpPr>
          <p:spPr>
            <a:xfrm>
              <a:off x="449969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7"/>
            <p:cNvSpPr/>
            <p:nvPr/>
          </p:nvSpPr>
          <p:spPr>
            <a:xfrm>
              <a:off x="449969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7"/>
            <p:cNvSpPr/>
            <p:nvPr/>
          </p:nvSpPr>
          <p:spPr>
            <a:xfrm>
              <a:off x="449969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7"/>
            <p:cNvSpPr/>
            <p:nvPr/>
          </p:nvSpPr>
          <p:spPr>
            <a:xfrm>
              <a:off x="449969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7"/>
            <p:cNvSpPr/>
            <p:nvPr/>
          </p:nvSpPr>
          <p:spPr>
            <a:xfrm>
              <a:off x="449969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7"/>
            <p:cNvSpPr/>
            <p:nvPr/>
          </p:nvSpPr>
          <p:spPr>
            <a:xfrm>
              <a:off x="449969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7"/>
            <p:cNvSpPr/>
            <p:nvPr/>
          </p:nvSpPr>
          <p:spPr>
            <a:xfrm>
              <a:off x="449969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7"/>
            <p:cNvSpPr/>
            <p:nvPr/>
          </p:nvSpPr>
          <p:spPr>
            <a:xfrm>
              <a:off x="449969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7"/>
            <p:cNvSpPr/>
            <p:nvPr/>
          </p:nvSpPr>
          <p:spPr>
            <a:xfrm>
              <a:off x="449969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7"/>
            <p:cNvSpPr/>
            <p:nvPr/>
          </p:nvSpPr>
          <p:spPr>
            <a:xfrm>
              <a:off x="449968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7"/>
            <p:cNvSpPr/>
            <p:nvPr/>
          </p:nvSpPr>
          <p:spPr>
            <a:xfrm>
              <a:off x="449968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7"/>
            <p:cNvSpPr/>
            <p:nvPr/>
          </p:nvSpPr>
          <p:spPr>
            <a:xfrm>
              <a:off x="449968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7"/>
            <p:cNvSpPr/>
            <p:nvPr/>
          </p:nvSpPr>
          <p:spPr>
            <a:xfrm>
              <a:off x="449968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7"/>
            <p:cNvSpPr/>
            <p:nvPr/>
          </p:nvSpPr>
          <p:spPr>
            <a:xfrm>
              <a:off x="449968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7"/>
            <p:cNvSpPr/>
            <p:nvPr/>
          </p:nvSpPr>
          <p:spPr>
            <a:xfrm>
              <a:off x="449968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7"/>
            <p:cNvSpPr/>
            <p:nvPr/>
          </p:nvSpPr>
          <p:spPr>
            <a:xfrm>
              <a:off x="449967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7"/>
            <p:cNvSpPr/>
            <p:nvPr/>
          </p:nvSpPr>
          <p:spPr>
            <a:xfrm>
              <a:off x="449967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7"/>
            <p:cNvSpPr/>
            <p:nvPr/>
          </p:nvSpPr>
          <p:spPr>
            <a:xfrm>
              <a:off x="474539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7"/>
            <p:cNvSpPr/>
            <p:nvPr/>
          </p:nvSpPr>
          <p:spPr>
            <a:xfrm>
              <a:off x="474539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7"/>
            <p:cNvSpPr/>
            <p:nvPr/>
          </p:nvSpPr>
          <p:spPr>
            <a:xfrm>
              <a:off x="474539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7"/>
            <p:cNvSpPr/>
            <p:nvPr/>
          </p:nvSpPr>
          <p:spPr>
            <a:xfrm>
              <a:off x="474539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7"/>
            <p:cNvSpPr/>
            <p:nvPr/>
          </p:nvSpPr>
          <p:spPr>
            <a:xfrm>
              <a:off x="474539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7"/>
            <p:cNvSpPr/>
            <p:nvPr/>
          </p:nvSpPr>
          <p:spPr>
            <a:xfrm>
              <a:off x="474539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7"/>
            <p:cNvSpPr/>
            <p:nvPr/>
          </p:nvSpPr>
          <p:spPr>
            <a:xfrm>
              <a:off x="474539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7"/>
            <p:cNvSpPr/>
            <p:nvPr/>
          </p:nvSpPr>
          <p:spPr>
            <a:xfrm>
              <a:off x="474539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7"/>
            <p:cNvSpPr/>
            <p:nvPr/>
          </p:nvSpPr>
          <p:spPr>
            <a:xfrm>
              <a:off x="474539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7"/>
            <p:cNvSpPr/>
            <p:nvPr/>
          </p:nvSpPr>
          <p:spPr>
            <a:xfrm>
              <a:off x="474539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7"/>
            <p:cNvSpPr/>
            <p:nvPr/>
          </p:nvSpPr>
          <p:spPr>
            <a:xfrm>
              <a:off x="474539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7"/>
            <p:cNvSpPr/>
            <p:nvPr/>
          </p:nvSpPr>
          <p:spPr>
            <a:xfrm>
              <a:off x="474539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7"/>
            <p:cNvSpPr/>
            <p:nvPr/>
          </p:nvSpPr>
          <p:spPr>
            <a:xfrm>
              <a:off x="4745381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7"/>
            <p:cNvSpPr/>
            <p:nvPr/>
          </p:nvSpPr>
          <p:spPr>
            <a:xfrm>
              <a:off x="4745381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7"/>
            <p:cNvSpPr/>
            <p:nvPr/>
          </p:nvSpPr>
          <p:spPr>
            <a:xfrm>
              <a:off x="4745381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7"/>
            <p:cNvSpPr/>
            <p:nvPr/>
          </p:nvSpPr>
          <p:spPr>
            <a:xfrm>
              <a:off x="4745381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7"/>
            <p:cNvSpPr/>
            <p:nvPr/>
          </p:nvSpPr>
          <p:spPr>
            <a:xfrm>
              <a:off x="4745381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7"/>
            <p:cNvSpPr/>
            <p:nvPr/>
          </p:nvSpPr>
          <p:spPr>
            <a:xfrm>
              <a:off x="4745381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7"/>
            <p:cNvSpPr/>
            <p:nvPr/>
          </p:nvSpPr>
          <p:spPr>
            <a:xfrm>
              <a:off x="474536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7"/>
            <p:cNvSpPr/>
            <p:nvPr/>
          </p:nvSpPr>
          <p:spPr>
            <a:xfrm>
              <a:off x="474536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7"/>
            <p:cNvSpPr/>
            <p:nvPr/>
          </p:nvSpPr>
          <p:spPr>
            <a:xfrm>
              <a:off x="4991089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7"/>
            <p:cNvSpPr/>
            <p:nvPr/>
          </p:nvSpPr>
          <p:spPr>
            <a:xfrm>
              <a:off x="4991089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7"/>
            <p:cNvSpPr/>
            <p:nvPr/>
          </p:nvSpPr>
          <p:spPr>
            <a:xfrm>
              <a:off x="4991089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7"/>
            <p:cNvSpPr/>
            <p:nvPr/>
          </p:nvSpPr>
          <p:spPr>
            <a:xfrm>
              <a:off x="4991089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7"/>
            <p:cNvSpPr/>
            <p:nvPr/>
          </p:nvSpPr>
          <p:spPr>
            <a:xfrm>
              <a:off x="4991089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7"/>
            <p:cNvSpPr/>
            <p:nvPr/>
          </p:nvSpPr>
          <p:spPr>
            <a:xfrm>
              <a:off x="4991089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7"/>
            <p:cNvSpPr/>
            <p:nvPr/>
          </p:nvSpPr>
          <p:spPr>
            <a:xfrm>
              <a:off x="4991089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7"/>
            <p:cNvSpPr/>
            <p:nvPr/>
          </p:nvSpPr>
          <p:spPr>
            <a:xfrm>
              <a:off x="4991089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7"/>
            <p:cNvSpPr/>
            <p:nvPr/>
          </p:nvSpPr>
          <p:spPr>
            <a:xfrm>
              <a:off x="4991089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7"/>
            <p:cNvSpPr/>
            <p:nvPr/>
          </p:nvSpPr>
          <p:spPr>
            <a:xfrm>
              <a:off x="4991089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7"/>
            <p:cNvSpPr/>
            <p:nvPr/>
          </p:nvSpPr>
          <p:spPr>
            <a:xfrm>
              <a:off x="4991089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7"/>
            <p:cNvSpPr/>
            <p:nvPr/>
          </p:nvSpPr>
          <p:spPr>
            <a:xfrm>
              <a:off x="4991089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7"/>
            <p:cNvSpPr/>
            <p:nvPr/>
          </p:nvSpPr>
          <p:spPr>
            <a:xfrm>
              <a:off x="499107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7"/>
            <p:cNvSpPr/>
            <p:nvPr/>
          </p:nvSpPr>
          <p:spPr>
            <a:xfrm>
              <a:off x="499107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7"/>
            <p:cNvSpPr/>
            <p:nvPr/>
          </p:nvSpPr>
          <p:spPr>
            <a:xfrm>
              <a:off x="499107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7"/>
            <p:cNvSpPr/>
            <p:nvPr/>
          </p:nvSpPr>
          <p:spPr>
            <a:xfrm>
              <a:off x="499107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7"/>
            <p:cNvSpPr/>
            <p:nvPr/>
          </p:nvSpPr>
          <p:spPr>
            <a:xfrm>
              <a:off x="499107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7"/>
            <p:cNvSpPr/>
            <p:nvPr/>
          </p:nvSpPr>
          <p:spPr>
            <a:xfrm>
              <a:off x="499107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7"/>
            <p:cNvSpPr/>
            <p:nvPr/>
          </p:nvSpPr>
          <p:spPr>
            <a:xfrm>
              <a:off x="499106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7"/>
            <p:cNvSpPr/>
            <p:nvPr/>
          </p:nvSpPr>
          <p:spPr>
            <a:xfrm>
              <a:off x="499106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7"/>
            <p:cNvSpPr/>
            <p:nvPr/>
          </p:nvSpPr>
          <p:spPr>
            <a:xfrm>
              <a:off x="523678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7"/>
            <p:cNvSpPr/>
            <p:nvPr/>
          </p:nvSpPr>
          <p:spPr>
            <a:xfrm>
              <a:off x="523678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7"/>
            <p:cNvSpPr/>
            <p:nvPr/>
          </p:nvSpPr>
          <p:spPr>
            <a:xfrm>
              <a:off x="523678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7"/>
            <p:cNvSpPr/>
            <p:nvPr/>
          </p:nvSpPr>
          <p:spPr>
            <a:xfrm>
              <a:off x="523678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7"/>
            <p:cNvSpPr/>
            <p:nvPr/>
          </p:nvSpPr>
          <p:spPr>
            <a:xfrm>
              <a:off x="523678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7"/>
            <p:cNvSpPr/>
            <p:nvPr/>
          </p:nvSpPr>
          <p:spPr>
            <a:xfrm>
              <a:off x="523678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7"/>
            <p:cNvSpPr/>
            <p:nvPr/>
          </p:nvSpPr>
          <p:spPr>
            <a:xfrm>
              <a:off x="523678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7"/>
            <p:cNvSpPr/>
            <p:nvPr/>
          </p:nvSpPr>
          <p:spPr>
            <a:xfrm>
              <a:off x="523678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7"/>
            <p:cNvSpPr/>
            <p:nvPr/>
          </p:nvSpPr>
          <p:spPr>
            <a:xfrm>
              <a:off x="523678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7"/>
            <p:cNvSpPr/>
            <p:nvPr/>
          </p:nvSpPr>
          <p:spPr>
            <a:xfrm>
              <a:off x="523678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7"/>
            <p:cNvSpPr/>
            <p:nvPr/>
          </p:nvSpPr>
          <p:spPr>
            <a:xfrm>
              <a:off x="523678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7"/>
            <p:cNvSpPr/>
            <p:nvPr/>
          </p:nvSpPr>
          <p:spPr>
            <a:xfrm>
              <a:off x="523678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7"/>
            <p:cNvSpPr/>
            <p:nvPr/>
          </p:nvSpPr>
          <p:spPr>
            <a:xfrm>
              <a:off x="523677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7"/>
            <p:cNvSpPr/>
            <p:nvPr/>
          </p:nvSpPr>
          <p:spPr>
            <a:xfrm>
              <a:off x="523677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7"/>
            <p:cNvSpPr/>
            <p:nvPr/>
          </p:nvSpPr>
          <p:spPr>
            <a:xfrm>
              <a:off x="523677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7"/>
            <p:cNvSpPr/>
            <p:nvPr/>
          </p:nvSpPr>
          <p:spPr>
            <a:xfrm>
              <a:off x="523677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7"/>
            <p:cNvSpPr/>
            <p:nvPr/>
          </p:nvSpPr>
          <p:spPr>
            <a:xfrm>
              <a:off x="523677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7"/>
            <p:cNvSpPr/>
            <p:nvPr/>
          </p:nvSpPr>
          <p:spPr>
            <a:xfrm>
              <a:off x="523677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7"/>
            <p:cNvSpPr/>
            <p:nvPr/>
          </p:nvSpPr>
          <p:spPr>
            <a:xfrm>
              <a:off x="523675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7"/>
            <p:cNvSpPr/>
            <p:nvPr/>
          </p:nvSpPr>
          <p:spPr>
            <a:xfrm>
              <a:off x="523675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7"/>
            <p:cNvSpPr/>
            <p:nvPr/>
          </p:nvSpPr>
          <p:spPr>
            <a:xfrm>
              <a:off x="5482479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7"/>
            <p:cNvSpPr/>
            <p:nvPr/>
          </p:nvSpPr>
          <p:spPr>
            <a:xfrm>
              <a:off x="5482479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7"/>
            <p:cNvSpPr/>
            <p:nvPr/>
          </p:nvSpPr>
          <p:spPr>
            <a:xfrm>
              <a:off x="5482479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7"/>
            <p:cNvSpPr/>
            <p:nvPr/>
          </p:nvSpPr>
          <p:spPr>
            <a:xfrm>
              <a:off x="5482479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7"/>
            <p:cNvSpPr/>
            <p:nvPr/>
          </p:nvSpPr>
          <p:spPr>
            <a:xfrm>
              <a:off x="5482479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7"/>
            <p:cNvSpPr/>
            <p:nvPr/>
          </p:nvSpPr>
          <p:spPr>
            <a:xfrm>
              <a:off x="5482479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7"/>
            <p:cNvSpPr/>
            <p:nvPr/>
          </p:nvSpPr>
          <p:spPr>
            <a:xfrm>
              <a:off x="5482479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7"/>
            <p:cNvSpPr/>
            <p:nvPr/>
          </p:nvSpPr>
          <p:spPr>
            <a:xfrm>
              <a:off x="5482479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7"/>
            <p:cNvSpPr/>
            <p:nvPr/>
          </p:nvSpPr>
          <p:spPr>
            <a:xfrm>
              <a:off x="5482479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7"/>
            <p:cNvSpPr/>
            <p:nvPr/>
          </p:nvSpPr>
          <p:spPr>
            <a:xfrm>
              <a:off x="5482479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7"/>
            <p:cNvSpPr/>
            <p:nvPr/>
          </p:nvSpPr>
          <p:spPr>
            <a:xfrm>
              <a:off x="5482479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7"/>
            <p:cNvSpPr/>
            <p:nvPr/>
          </p:nvSpPr>
          <p:spPr>
            <a:xfrm>
              <a:off x="5482479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7"/>
            <p:cNvSpPr/>
            <p:nvPr/>
          </p:nvSpPr>
          <p:spPr>
            <a:xfrm>
              <a:off x="5482467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7"/>
            <p:cNvSpPr/>
            <p:nvPr/>
          </p:nvSpPr>
          <p:spPr>
            <a:xfrm>
              <a:off x="5482467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7"/>
            <p:cNvSpPr/>
            <p:nvPr/>
          </p:nvSpPr>
          <p:spPr>
            <a:xfrm>
              <a:off x="5482467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7"/>
            <p:cNvSpPr/>
            <p:nvPr/>
          </p:nvSpPr>
          <p:spPr>
            <a:xfrm>
              <a:off x="5482467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7"/>
            <p:cNvSpPr/>
            <p:nvPr/>
          </p:nvSpPr>
          <p:spPr>
            <a:xfrm>
              <a:off x="5482467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7"/>
            <p:cNvSpPr/>
            <p:nvPr/>
          </p:nvSpPr>
          <p:spPr>
            <a:xfrm>
              <a:off x="5482467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7"/>
            <p:cNvSpPr/>
            <p:nvPr/>
          </p:nvSpPr>
          <p:spPr>
            <a:xfrm>
              <a:off x="548245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7"/>
            <p:cNvSpPr/>
            <p:nvPr/>
          </p:nvSpPr>
          <p:spPr>
            <a:xfrm>
              <a:off x="548245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7"/>
            <p:cNvSpPr/>
            <p:nvPr/>
          </p:nvSpPr>
          <p:spPr>
            <a:xfrm>
              <a:off x="572817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7"/>
            <p:cNvSpPr/>
            <p:nvPr/>
          </p:nvSpPr>
          <p:spPr>
            <a:xfrm>
              <a:off x="572817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7"/>
            <p:cNvSpPr/>
            <p:nvPr/>
          </p:nvSpPr>
          <p:spPr>
            <a:xfrm>
              <a:off x="572817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7"/>
            <p:cNvSpPr/>
            <p:nvPr/>
          </p:nvSpPr>
          <p:spPr>
            <a:xfrm>
              <a:off x="572817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7"/>
            <p:cNvSpPr/>
            <p:nvPr/>
          </p:nvSpPr>
          <p:spPr>
            <a:xfrm>
              <a:off x="572817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7"/>
            <p:cNvSpPr/>
            <p:nvPr/>
          </p:nvSpPr>
          <p:spPr>
            <a:xfrm>
              <a:off x="572817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7"/>
            <p:cNvSpPr/>
            <p:nvPr/>
          </p:nvSpPr>
          <p:spPr>
            <a:xfrm>
              <a:off x="572817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7"/>
            <p:cNvSpPr/>
            <p:nvPr/>
          </p:nvSpPr>
          <p:spPr>
            <a:xfrm>
              <a:off x="572817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7"/>
            <p:cNvSpPr/>
            <p:nvPr/>
          </p:nvSpPr>
          <p:spPr>
            <a:xfrm>
              <a:off x="572817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7"/>
            <p:cNvSpPr/>
            <p:nvPr/>
          </p:nvSpPr>
          <p:spPr>
            <a:xfrm>
              <a:off x="572817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7"/>
            <p:cNvSpPr/>
            <p:nvPr/>
          </p:nvSpPr>
          <p:spPr>
            <a:xfrm>
              <a:off x="572817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7"/>
            <p:cNvSpPr/>
            <p:nvPr/>
          </p:nvSpPr>
          <p:spPr>
            <a:xfrm>
              <a:off x="572817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7"/>
            <p:cNvSpPr/>
            <p:nvPr/>
          </p:nvSpPr>
          <p:spPr>
            <a:xfrm>
              <a:off x="572816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7"/>
            <p:cNvSpPr/>
            <p:nvPr/>
          </p:nvSpPr>
          <p:spPr>
            <a:xfrm>
              <a:off x="572816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7"/>
            <p:cNvSpPr/>
            <p:nvPr/>
          </p:nvSpPr>
          <p:spPr>
            <a:xfrm>
              <a:off x="572816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7"/>
            <p:cNvSpPr/>
            <p:nvPr/>
          </p:nvSpPr>
          <p:spPr>
            <a:xfrm>
              <a:off x="572816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7"/>
            <p:cNvSpPr/>
            <p:nvPr/>
          </p:nvSpPr>
          <p:spPr>
            <a:xfrm>
              <a:off x="572816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7"/>
            <p:cNvSpPr/>
            <p:nvPr/>
          </p:nvSpPr>
          <p:spPr>
            <a:xfrm>
              <a:off x="572816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7"/>
            <p:cNvSpPr/>
            <p:nvPr/>
          </p:nvSpPr>
          <p:spPr>
            <a:xfrm>
              <a:off x="572815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7"/>
            <p:cNvSpPr/>
            <p:nvPr/>
          </p:nvSpPr>
          <p:spPr>
            <a:xfrm>
              <a:off x="572815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7"/>
            <p:cNvSpPr/>
            <p:nvPr/>
          </p:nvSpPr>
          <p:spPr>
            <a:xfrm>
              <a:off x="597387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7"/>
            <p:cNvSpPr/>
            <p:nvPr/>
          </p:nvSpPr>
          <p:spPr>
            <a:xfrm>
              <a:off x="597387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7"/>
            <p:cNvSpPr/>
            <p:nvPr/>
          </p:nvSpPr>
          <p:spPr>
            <a:xfrm>
              <a:off x="597387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7"/>
            <p:cNvSpPr/>
            <p:nvPr/>
          </p:nvSpPr>
          <p:spPr>
            <a:xfrm>
              <a:off x="597387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7"/>
            <p:cNvSpPr/>
            <p:nvPr/>
          </p:nvSpPr>
          <p:spPr>
            <a:xfrm>
              <a:off x="597387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7"/>
            <p:cNvSpPr/>
            <p:nvPr/>
          </p:nvSpPr>
          <p:spPr>
            <a:xfrm>
              <a:off x="597387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7"/>
            <p:cNvSpPr/>
            <p:nvPr/>
          </p:nvSpPr>
          <p:spPr>
            <a:xfrm>
              <a:off x="597387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7"/>
            <p:cNvSpPr/>
            <p:nvPr/>
          </p:nvSpPr>
          <p:spPr>
            <a:xfrm>
              <a:off x="597387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7"/>
            <p:cNvSpPr/>
            <p:nvPr/>
          </p:nvSpPr>
          <p:spPr>
            <a:xfrm>
              <a:off x="597387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7"/>
            <p:cNvSpPr/>
            <p:nvPr/>
          </p:nvSpPr>
          <p:spPr>
            <a:xfrm>
              <a:off x="597387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7"/>
            <p:cNvSpPr/>
            <p:nvPr/>
          </p:nvSpPr>
          <p:spPr>
            <a:xfrm>
              <a:off x="597387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7"/>
            <p:cNvSpPr/>
            <p:nvPr/>
          </p:nvSpPr>
          <p:spPr>
            <a:xfrm>
              <a:off x="597387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7"/>
            <p:cNvSpPr/>
            <p:nvPr/>
          </p:nvSpPr>
          <p:spPr>
            <a:xfrm>
              <a:off x="5973857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7"/>
            <p:cNvSpPr/>
            <p:nvPr/>
          </p:nvSpPr>
          <p:spPr>
            <a:xfrm>
              <a:off x="5973857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7"/>
            <p:cNvSpPr/>
            <p:nvPr/>
          </p:nvSpPr>
          <p:spPr>
            <a:xfrm>
              <a:off x="5973857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7"/>
            <p:cNvSpPr/>
            <p:nvPr/>
          </p:nvSpPr>
          <p:spPr>
            <a:xfrm>
              <a:off x="5973857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7"/>
            <p:cNvSpPr/>
            <p:nvPr/>
          </p:nvSpPr>
          <p:spPr>
            <a:xfrm>
              <a:off x="5973857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7"/>
            <p:cNvSpPr/>
            <p:nvPr/>
          </p:nvSpPr>
          <p:spPr>
            <a:xfrm>
              <a:off x="5973857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7"/>
            <p:cNvSpPr/>
            <p:nvPr/>
          </p:nvSpPr>
          <p:spPr>
            <a:xfrm>
              <a:off x="597384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7"/>
            <p:cNvSpPr/>
            <p:nvPr/>
          </p:nvSpPr>
          <p:spPr>
            <a:xfrm>
              <a:off x="597384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7"/>
            <p:cNvSpPr/>
            <p:nvPr/>
          </p:nvSpPr>
          <p:spPr>
            <a:xfrm>
              <a:off x="621956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7"/>
            <p:cNvSpPr/>
            <p:nvPr/>
          </p:nvSpPr>
          <p:spPr>
            <a:xfrm>
              <a:off x="621956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7"/>
            <p:cNvSpPr/>
            <p:nvPr/>
          </p:nvSpPr>
          <p:spPr>
            <a:xfrm>
              <a:off x="621956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7"/>
            <p:cNvSpPr/>
            <p:nvPr/>
          </p:nvSpPr>
          <p:spPr>
            <a:xfrm>
              <a:off x="621956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7"/>
            <p:cNvSpPr/>
            <p:nvPr/>
          </p:nvSpPr>
          <p:spPr>
            <a:xfrm>
              <a:off x="621956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7"/>
            <p:cNvSpPr/>
            <p:nvPr/>
          </p:nvSpPr>
          <p:spPr>
            <a:xfrm>
              <a:off x="621956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7"/>
            <p:cNvSpPr/>
            <p:nvPr/>
          </p:nvSpPr>
          <p:spPr>
            <a:xfrm>
              <a:off x="621956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7"/>
            <p:cNvSpPr/>
            <p:nvPr/>
          </p:nvSpPr>
          <p:spPr>
            <a:xfrm>
              <a:off x="621956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7"/>
            <p:cNvSpPr/>
            <p:nvPr/>
          </p:nvSpPr>
          <p:spPr>
            <a:xfrm>
              <a:off x="621956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7"/>
            <p:cNvSpPr/>
            <p:nvPr/>
          </p:nvSpPr>
          <p:spPr>
            <a:xfrm>
              <a:off x="621956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7"/>
            <p:cNvSpPr/>
            <p:nvPr/>
          </p:nvSpPr>
          <p:spPr>
            <a:xfrm>
              <a:off x="621956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7"/>
            <p:cNvSpPr/>
            <p:nvPr/>
          </p:nvSpPr>
          <p:spPr>
            <a:xfrm>
              <a:off x="621956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7"/>
            <p:cNvSpPr/>
            <p:nvPr/>
          </p:nvSpPr>
          <p:spPr>
            <a:xfrm>
              <a:off x="621955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7"/>
            <p:cNvSpPr/>
            <p:nvPr/>
          </p:nvSpPr>
          <p:spPr>
            <a:xfrm>
              <a:off x="621955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7"/>
            <p:cNvSpPr/>
            <p:nvPr/>
          </p:nvSpPr>
          <p:spPr>
            <a:xfrm>
              <a:off x="621955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7"/>
            <p:cNvSpPr/>
            <p:nvPr/>
          </p:nvSpPr>
          <p:spPr>
            <a:xfrm>
              <a:off x="621955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7"/>
            <p:cNvSpPr/>
            <p:nvPr/>
          </p:nvSpPr>
          <p:spPr>
            <a:xfrm>
              <a:off x="621955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7"/>
            <p:cNvSpPr/>
            <p:nvPr/>
          </p:nvSpPr>
          <p:spPr>
            <a:xfrm>
              <a:off x="621955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7"/>
            <p:cNvSpPr/>
            <p:nvPr/>
          </p:nvSpPr>
          <p:spPr>
            <a:xfrm>
              <a:off x="621954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7"/>
            <p:cNvSpPr/>
            <p:nvPr/>
          </p:nvSpPr>
          <p:spPr>
            <a:xfrm>
              <a:off x="621954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7"/>
            <p:cNvSpPr/>
            <p:nvPr/>
          </p:nvSpPr>
          <p:spPr>
            <a:xfrm>
              <a:off x="646526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7"/>
            <p:cNvSpPr/>
            <p:nvPr/>
          </p:nvSpPr>
          <p:spPr>
            <a:xfrm>
              <a:off x="646526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7"/>
            <p:cNvSpPr/>
            <p:nvPr/>
          </p:nvSpPr>
          <p:spPr>
            <a:xfrm>
              <a:off x="646526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7"/>
            <p:cNvSpPr/>
            <p:nvPr/>
          </p:nvSpPr>
          <p:spPr>
            <a:xfrm>
              <a:off x="646526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7"/>
            <p:cNvSpPr/>
            <p:nvPr/>
          </p:nvSpPr>
          <p:spPr>
            <a:xfrm>
              <a:off x="646526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7"/>
            <p:cNvSpPr/>
            <p:nvPr/>
          </p:nvSpPr>
          <p:spPr>
            <a:xfrm>
              <a:off x="646526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7"/>
            <p:cNvSpPr/>
            <p:nvPr/>
          </p:nvSpPr>
          <p:spPr>
            <a:xfrm>
              <a:off x="646526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7"/>
            <p:cNvSpPr/>
            <p:nvPr/>
          </p:nvSpPr>
          <p:spPr>
            <a:xfrm>
              <a:off x="646526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7"/>
            <p:cNvSpPr/>
            <p:nvPr/>
          </p:nvSpPr>
          <p:spPr>
            <a:xfrm>
              <a:off x="646526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7"/>
            <p:cNvSpPr/>
            <p:nvPr/>
          </p:nvSpPr>
          <p:spPr>
            <a:xfrm>
              <a:off x="646526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7"/>
            <p:cNvSpPr/>
            <p:nvPr/>
          </p:nvSpPr>
          <p:spPr>
            <a:xfrm>
              <a:off x="646526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7"/>
            <p:cNvSpPr/>
            <p:nvPr/>
          </p:nvSpPr>
          <p:spPr>
            <a:xfrm>
              <a:off x="646526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7"/>
            <p:cNvSpPr/>
            <p:nvPr/>
          </p:nvSpPr>
          <p:spPr>
            <a:xfrm>
              <a:off x="646524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7"/>
            <p:cNvSpPr/>
            <p:nvPr/>
          </p:nvSpPr>
          <p:spPr>
            <a:xfrm>
              <a:off x="646524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7"/>
            <p:cNvSpPr/>
            <p:nvPr/>
          </p:nvSpPr>
          <p:spPr>
            <a:xfrm>
              <a:off x="646524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7"/>
            <p:cNvSpPr/>
            <p:nvPr/>
          </p:nvSpPr>
          <p:spPr>
            <a:xfrm>
              <a:off x="646524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7"/>
            <p:cNvSpPr/>
            <p:nvPr/>
          </p:nvSpPr>
          <p:spPr>
            <a:xfrm>
              <a:off x="646524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7"/>
            <p:cNvSpPr/>
            <p:nvPr/>
          </p:nvSpPr>
          <p:spPr>
            <a:xfrm>
              <a:off x="646524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7"/>
            <p:cNvSpPr/>
            <p:nvPr/>
          </p:nvSpPr>
          <p:spPr>
            <a:xfrm>
              <a:off x="646523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7"/>
            <p:cNvSpPr/>
            <p:nvPr/>
          </p:nvSpPr>
          <p:spPr>
            <a:xfrm>
              <a:off x="646523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7"/>
            <p:cNvSpPr/>
            <p:nvPr/>
          </p:nvSpPr>
          <p:spPr>
            <a:xfrm>
              <a:off x="671095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7"/>
            <p:cNvSpPr/>
            <p:nvPr/>
          </p:nvSpPr>
          <p:spPr>
            <a:xfrm>
              <a:off x="671095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7"/>
            <p:cNvSpPr/>
            <p:nvPr/>
          </p:nvSpPr>
          <p:spPr>
            <a:xfrm>
              <a:off x="671095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7"/>
            <p:cNvSpPr/>
            <p:nvPr/>
          </p:nvSpPr>
          <p:spPr>
            <a:xfrm>
              <a:off x="671095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7"/>
            <p:cNvSpPr/>
            <p:nvPr/>
          </p:nvSpPr>
          <p:spPr>
            <a:xfrm>
              <a:off x="671095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7"/>
            <p:cNvSpPr/>
            <p:nvPr/>
          </p:nvSpPr>
          <p:spPr>
            <a:xfrm>
              <a:off x="671095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7"/>
            <p:cNvSpPr/>
            <p:nvPr/>
          </p:nvSpPr>
          <p:spPr>
            <a:xfrm>
              <a:off x="671095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7"/>
            <p:cNvSpPr/>
            <p:nvPr/>
          </p:nvSpPr>
          <p:spPr>
            <a:xfrm>
              <a:off x="671095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7"/>
            <p:cNvSpPr/>
            <p:nvPr/>
          </p:nvSpPr>
          <p:spPr>
            <a:xfrm>
              <a:off x="671095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7"/>
            <p:cNvSpPr/>
            <p:nvPr/>
          </p:nvSpPr>
          <p:spPr>
            <a:xfrm>
              <a:off x="671095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7"/>
            <p:cNvSpPr/>
            <p:nvPr/>
          </p:nvSpPr>
          <p:spPr>
            <a:xfrm>
              <a:off x="671095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7"/>
            <p:cNvSpPr/>
            <p:nvPr/>
          </p:nvSpPr>
          <p:spPr>
            <a:xfrm>
              <a:off x="671095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7"/>
            <p:cNvSpPr/>
            <p:nvPr/>
          </p:nvSpPr>
          <p:spPr>
            <a:xfrm>
              <a:off x="671094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7"/>
            <p:cNvSpPr/>
            <p:nvPr/>
          </p:nvSpPr>
          <p:spPr>
            <a:xfrm>
              <a:off x="671094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7"/>
            <p:cNvSpPr/>
            <p:nvPr/>
          </p:nvSpPr>
          <p:spPr>
            <a:xfrm>
              <a:off x="671094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7"/>
            <p:cNvSpPr/>
            <p:nvPr/>
          </p:nvSpPr>
          <p:spPr>
            <a:xfrm>
              <a:off x="671094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7"/>
            <p:cNvSpPr/>
            <p:nvPr/>
          </p:nvSpPr>
          <p:spPr>
            <a:xfrm>
              <a:off x="671094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7"/>
            <p:cNvSpPr/>
            <p:nvPr/>
          </p:nvSpPr>
          <p:spPr>
            <a:xfrm>
              <a:off x="671094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7"/>
            <p:cNvSpPr/>
            <p:nvPr/>
          </p:nvSpPr>
          <p:spPr>
            <a:xfrm>
              <a:off x="671093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7"/>
            <p:cNvSpPr/>
            <p:nvPr/>
          </p:nvSpPr>
          <p:spPr>
            <a:xfrm>
              <a:off x="671093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7"/>
            <p:cNvSpPr/>
            <p:nvPr/>
          </p:nvSpPr>
          <p:spPr>
            <a:xfrm>
              <a:off x="695665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7"/>
            <p:cNvSpPr/>
            <p:nvPr/>
          </p:nvSpPr>
          <p:spPr>
            <a:xfrm>
              <a:off x="695665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7"/>
            <p:cNvSpPr/>
            <p:nvPr/>
          </p:nvSpPr>
          <p:spPr>
            <a:xfrm>
              <a:off x="695665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7"/>
            <p:cNvSpPr/>
            <p:nvPr/>
          </p:nvSpPr>
          <p:spPr>
            <a:xfrm>
              <a:off x="695665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7"/>
            <p:cNvSpPr/>
            <p:nvPr/>
          </p:nvSpPr>
          <p:spPr>
            <a:xfrm>
              <a:off x="695665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7"/>
            <p:cNvSpPr/>
            <p:nvPr/>
          </p:nvSpPr>
          <p:spPr>
            <a:xfrm>
              <a:off x="695665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7"/>
            <p:cNvSpPr/>
            <p:nvPr/>
          </p:nvSpPr>
          <p:spPr>
            <a:xfrm>
              <a:off x="695665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7"/>
            <p:cNvSpPr/>
            <p:nvPr/>
          </p:nvSpPr>
          <p:spPr>
            <a:xfrm>
              <a:off x="695665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7"/>
            <p:cNvSpPr/>
            <p:nvPr/>
          </p:nvSpPr>
          <p:spPr>
            <a:xfrm>
              <a:off x="695665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7"/>
            <p:cNvSpPr/>
            <p:nvPr/>
          </p:nvSpPr>
          <p:spPr>
            <a:xfrm>
              <a:off x="695665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7"/>
            <p:cNvSpPr/>
            <p:nvPr/>
          </p:nvSpPr>
          <p:spPr>
            <a:xfrm>
              <a:off x="695665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7"/>
            <p:cNvSpPr/>
            <p:nvPr/>
          </p:nvSpPr>
          <p:spPr>
            <a:xfrm>
              <a:off x="695665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7"/>
            <p:cNvSpPr/>
            <p:nvPr/>
          </p:nvSpPr>
          <p:spPr>
            <a:xfrm>
              <a:off x="695663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7"/>
            <p:cNvSpPr/>
            <p:nvPr/>
          </p:nvSpPr>
          <p:spPr>
            <a:xfrm>
              <a:off x="695663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7"/>
            <p:cNvSpPr/>
            <p:nvPr/>
          </p:nvSpPr>
          <p:spPr>
            <a:xfrm>
              <a:off x="695663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7"/>
            <p:cNvSpPr/>
            <p:nvPr/>
          </p:nvSpPr>
          <p:spPr>
            <a:xfrm>
              <a:off x="695663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7"/>
            <p:cNvSpPr/>
            <p:nvPr/>
          </p:nvSpPr>
          <p:spPr>
            <a:xfrm>
              <a:off x="695663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7"/>
            <p:cNvSpPr/>
            <p:nvPr/>
          </p:nvSpPr>
          <p:spPr>
            <a:xfrm>
              <a:off x="695663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7"/>
            <p:cNvSpPr/>
            <p:nvPr/>
          </p:nvSpPr>
          <p:spPr>
            <a:xfrm>
              <a:off x="695662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7"/>
            <p:cNvSpPr/>
            <p:nvPr/>
          </p:nvSpPr>
          <p:spPr>
            <a:xfrm>
              <a:off x="695662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7"/>
            <p:cNvSpPr/>
            <p:nvPr/>
          </p:nvSpPr>
          <p:spPr>
            <a:xfrm>
              <a:off x="720234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7"/>
            <p:cNvSpPr/>
            <p:nvPr/>
          </p:nvSpPr>
          <p:spPr>
            <a:xfrm>
              <a:off x="720234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7"/>
            <p:cNvSpPr/>
            <p:nvPr/>
          </p:nvSpPr>
          <p:spPr>
            <a:xfrm>
              <a:off x="720234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7"/>
            <p:cNvSpPr/>
            <p:nvPr/>
          </p:nvSpPr>
          <p:spPr>
            <a:xfrm>
              <a:off x="720234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7"/>
            <p:cNvSpPr/>
            <p:nvPr/>
          </p:nvSpPr>
          <p:spPr>
            <a:xfrm>
              <a:off x="720234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7"/>
            <p:cNvSpPr/>
            <p:nvPr/>
          </p:nvSpPr>
          <p:spPr>
            <a:xfrm>
              <a:off x="720234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7"/>
            <p:cNvSpPr/>
            <p:nvPr/>
          </p:nvSpPr>
          <p:spPr>
            <a:xfrm>
              <a:off x="720234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7"/>
            <p:cNvSpPr/>
            <p:nvPr/>
          </p:nvSpPr>
          <p:spPr>
            <a:xfrm>
              <a:off x="720234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7"/>
            <p:cNvSpPr/>
            <p:nvPr/>
          </p:nvSpPr>
          <p:spPr>
            <a:xfrm>
              <a:off x="720234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7"/>
            <p:cNvSpPr/>
            <p:nvPr/>
          </p:nvSpPr>
          <p:spPr>
            <a:xfrm>
              <a:off x="720234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7"/>
            <p:cNvSpPr/>
            <p:nvPr/>
          </p:nvSpPr>
          <p:spPr>
            <a:xfrm>
              <a:off x="720234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7"/>
            <p:cNvSpPr/>
            <p:nvPr/>
          </p:nvSpPr>
          <p:spPr>
            <a:xfrm>
              <a:off x="720234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7"/>
            <p:cNvSpPr/>
            <p:nvPr/>
          </p:nvSpPr>
          <p:spPr>
            <a:xfrm>
              <a:off x="720233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7"/>
            <p:cNvSpPr/>
            <p:nvPr/>
          </p:nvSpPr>
          <p:spPr>
            <a:xfrm>
              <a:off x="720233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7"/>
            <p:cNvSpPr/>
            <p:nvPr/>
          </p:nvSpPr>
          <p:spPr>
            <a:xfrm>
              <a:off x="720233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7"/>
            <p:cNvSpPr/>
            <p:nvPr/>
          </p:nvSpPr>
          <p:spPr>
            <a:xfrm>
              <a:off x="720233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7"/>
            <p:cNvSpPr/>
            <p:nvPr/>
          </p:nvSpPr>
          <p:spPr>
            <a:xfrm>
              <a:off x="720233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7"/>
            <p:cNvSpPr/>
            <p:nvPr/>
          </p:nvSpPr>
          <p:spPr>
            <a:xfrm>
              <a:off x="720233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7"/>
            <p:cNvSpPr/>
            <p:nvPr/>
          </p:nvSpPr>
          <p:spPr>
            <a:xfrm>
              <a:off x="720232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7"/>
            <p:cNvSpPr/>
            <p:nvPr/>
          </p:nvSpPr>
          <p:spPr>
            <a:xfrm>
              <a:off x="720232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7"/>
            <p:cNvSpPr/>
            <p:nvPr/>
          </p:nvSpPr>
          <p:spPr>
            <a:xfrm>
              <a:off x="744804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7"/>
            <p:cNvSpPr/>
            <p:nvPr/>
          </p:nvSpPr>
          <p:spPr>
            <a:xfrm>
              <a:off x="744804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7"/>
            <p:cNvSpPr/>
            <p:nvPr/>
          </p:nvSpPr>
          <p:spPr>
            <a:xfrm>
              <a:off x="744804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7"/>
            <p:cNvSpPr/>
            <p:nvPr/>
          </p:nvSpPr>
          <p:spPr>
            <a:xfrm>
              <a:off x="744804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7"/>
            <p:cNvSpPr/>
            <p:nvPr/>
          </p:nvSpPr>
          <p:spPr>
            <a:xfrm>
              <a:off x="744804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7"/>
            <p:cNvSpPr/>
            <p:nvPr/>
          </p:nvSpPr>
          <p:spPr>
            <a:xfrm>
              <a:off x="744804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7"/>
            <p:cNvSpPr/>
            <p:nvPr/>
          </p:nvSpPr>
          <p:spPr>
            <a:xfrm>
              <a:off x="744804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7"/>
            <p:cNvSpPr/>
            <p:nvPr/>
          </p:nvSpPr>
          <p:spPr>
            <a:xfrm>
              <a:off x="744804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7"/>
            <p:cNvSpPr/>
            <p:nvPr/>
          </p:nvSpPr>
          <p:spPr>
            <a:xfrm>
              <a:off x="744804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7"/>
            <p:cNvSpPr/>
            <p:nvPr/>
          </p:nvSpPr>
          <p:spPr>
            <a:xfrm>
              <a:off x="744804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7"/>
            <p:cNvSpPr/>
            <p:nvPr/>
          </p:nvSpPr>
          <p:spPr>
            <a:xfrm>
              <a:off x="744804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7"/>
            <p:cNvSpPr/>
            <p:nvPr/>
          </p:nvSpPr>
          <p:spPr>
            <a:xfrm>
              <a:off x="744804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7"/>
            <p:cNvSpPr/>
            <p:nvPr/>
          </p:nvSpPr>
          <p:spPr>
            <a:xfrm>
              <a:off x="744802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7"/>
            <p:cNvSpPr/>
            <p:nvPr/>
          </p:nvSpPr>
          <p:spPr>
            <a:xfrm>
              <a:off x="744802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7"/>
            <p:cNvSpPr/>
            <p:nvPr/>
          </p:nvSpPr>
          <p:spPr>
            <a:xfrm>
              <a:off x="744802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7"/>
            <p:cNvSpPr/>
            <p:nvPr/>
          </p:nvSpPr>
          <p:spPr>
            <a:xfrm>
              <a:off x="744802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7"/>
            <p:cNvSpPr/>
            <p:nvPr/>
          </p:nvSpPr>
          <p:spPr>
            <a:xfrm>
              <a:off x="744802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7"/>
            <p:cNvSpPr/>
            <p:nvPr/>
          </p:nvSpPr>
          <p:spPr>
            <a:xfrm>
              <a:off x="744802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7"/>
            <p:cNvSpPr/>
            <p:nvPr/>
          </p:nvSpPr>
          <p:spPr>
            <a:xfrm>
              <a:off x="744801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7"/>
            <p:cNvSpPr/>
            <p:nvPr/>
          </p:nvSpPr>
          <p:spPr>
            <a:xfrm>
              <a:off x="744801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7"/>
            <p:cNvSpPr/>
            <p:nvPr/>
          </p:nvSpPr>
          <p:spPr>
            <a:xfrm>
              <a:off x="769373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7"/>
            <p:cNvSpPr/>
            <p:nvPr/>
          </p:nvSpPr>
          <p:spPr>
            <a:xfrm>
              <a:off x="769373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7"/>
            <p:cNvSpPr/>
            <p:nvPr/>
          </p:nvSpPr>
          <p:spPr>
            <a:xfrm>
              <a:off x="769373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7"/>
            <p:cNvSpPr/>
            <p:nvPr/>
          </p:nvSpPr>
          <p:spPr>
            <a:xfrm>
              <a:off x="769373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7"/>
            <p:cNvSpPr/>
            <p:nvPr/>
          </p:nvSpPr>
          <p:spPr>
            <a:xfrm>
              <a:off x="769373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7"/>
            <p:cNvSpPr/>
            <p:nvPr/>
          </p:nvSpPr>
          <p:spPr>
            <a:xfrm>
              <a:off x="769373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7"/>
            <p:cNvSpPr/>
            <p:nvPr/>
          </p:nvSpPr>
          <p:spPr>
            <a:xfrm>
              <a:off x="769373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7"/>
            <p:cNvSpPr/>
            <p:nvPr/>
          </p:nvSpPr>
          <p:spPr>
            <a:xfrm>
              <a:off x="769373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7"/>
            <p:cNvSpPr/>
            <p:nvPr/>
          </p:nvSpPr>
          <p:spPr>
            <a:xfrm>
              <a:off x="769373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7"/>
            <p:cNvSpPr/>
            <p:nvPr/>
          </p:nvSpPr>
          <p:spPr>
            <a:xfrm>
              <a:off x="769373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7"/>
            <p:cNvSpPr/>
            <p:nvPr/>
          </p:nvSpPr>
          <p:spPr>
            <a:xfrm>
              <a:off x="769373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7"/>
            <p:cNvSpPr/>
            <p:nvPr/>
          </p:nvSpPr>
          <p:spPr>
            <a:xfrm>
              <a:off x="769373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7"/>
            <p:cNvSpPr/>
            <p:nvPr/>
          </p:nvSpPr>
          <p:spPr>
            <a:xfrm>
              <a:off x="76937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7"/>
            <p:cNvSpPr/>
            <p:nvPr/>
          </p:nvSpPr>
          <p:spPr>
            <a:xfrm>
              <a:off x="76937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7"/>
            <p:cNvSpPr/>
            <p:nvPr/>
          </p:nvSpPr>
          <p:spPr>
            <a:xfrm>
              <a:off x="76937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7"/>
            <p:cNvSpPr/>
            <p:nvPr/>
          </p:nvSpPr>
          <p:spPr>
            <a:xfrm>
              <a:off x="76937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7"/>
            <p:cNvSpPr/>
            <p:nvPr/>
          </p:nvSpPr>
          <p:spPr>
            <a:xfrm>
              <a:off x="76937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7"/>
            <p:cNvSpPr/>
            <p:nvPr/>
          </p:nvSpPr>
          <p:spPr>
            <a:xfrm>
              <a:off x="76937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7"/>
            <p:cNvSpPr/>
            <p:nvPr/>
          </p:nvSpPr>
          <p:spPr>
            <a:xfrm>
              <a:off x="76937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7"/>
            <p:cNvSpPr/>
            <p:nvPr/>
          </p:nvSpPr>
          <p:spPr>
            <a:xfrm>
              <a:off x="76937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7"/>
            <p:cNvSpPr/>
            <p:nvPr/>
          </p:nvSpPr>
          <p:spPr>
            <a:xfrm>
              <a:off x="793943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7"/>
            <p:cNvSpPr/>
            <p:nvPr/>
          </p:nvSpPr>
          <p:spPr>
            <a:xfrm>
              <a:off x="793943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7"/>
            <p:cNvSpPr/>
            <p:nvPr/>
          </p:nvSpPr>
          <p:spPr>
            <a:xfrm>
              <a:off x="793943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7"/>
            <p:cNvSpPr/>
            <p:nvPr/>
          </p:nvSpPr>
          <p:spPr>
            <a:xfrm>
              <a:off x="793943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7"/>
            <p:cNvSpPr/>
            <p:nvPr/>
          </p:nvSpPr>
          <p:spPr>
            <a:xfrm>
              <a:off x="793943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7"/>
            <p:cNvSpPr/>
            <p:nvPr/>
          </p:nvSpPr>
          <p:spPr>
            <a:xfrm>
              <a:off x="793943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7"/>
            <p:cNvSpPr/>
            <p:nvPr/>
          </p:nvSpPr>
          <p:spPr>
            <a:xfrm>
              <a:off x="793943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7"/>
            <p:cNvSpPr/>
            <p:nvPr/>
          </p:nvSpPr>
          <p:spPr>
            <a:xfrm>
              <a:off x="793943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7"/>
            <p:cNvSpPr/>
            <p:nvPr/>
          </p:nvSpPr>
          <p:spPr>
            <a:xfrm>
              <a:off x="793943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1" name="Google Shape;4821;p7"/>
            <p:cNvSpPr/>
            <p:nvPr/>
          </p:nvSpPr>
          <p:spPr>
            <a:xfrm>
              <a:off x="793943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2" name="Google Shape;4822;p7"/>
            <p:cNvSpPr/>
            <p:nvPr/>
          </p:nvSpPr>
          <p:spPr>
            <a:xfrm>
              <a:off x="793943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7"/>
            <p:cNvSpPr/>
            <p:nvPr/>
          </p:nvSpPr>
          <p:spPr>
            <a:xfrm>
              <a:off x="793943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7"/>
            <p:cNvSpPr/>
            <p:nvPr/>
          </p:nvSpPr>
          <p:spPr>
            <a:xfrm>
              <a:off x="793941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7"/>
            <p:cNvSpPr/>
            <p:nvPr/>
          </p:nvSpPr>
          <p:spPr>
            <a:xfrm>
              <a:off x="793941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7"/>
            <p:cNvSpPr/>
            <p:nvPr/>
          </p:nvSpPr>
          <p:spPr>
            <a:xfrm>
              <a:off x="793941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7"/>
            <p:cNvSpPr/>
            <p:nvPr/>
          </p:nvSpPr>
          <p:spPr>
            <a:xfrm>
              <a:off x="793941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7"/>
            <p:cNvSpPr/>
            <p:nvPr/>
          </p:nvSpPr>
          <p:spPr>
            <a:xfrm>
              <a:off x="793941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7"/>
            <p:cNvSpPr/>
            <p:nvPr/>
          </p:nvSpPr>
          <p:spPr>
            <a:xfrm>
              <a:off x="793941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7"/>
            <p:cNvSpPr/>
            <p:nvPr/>
          </p:nvSpPr>
          <p:spPr>
            <a:xfrm>
              <a:off x="793940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7"/>
            <p:cNvSpPr/>
            <p:nvPr/>
          </p:nvSpPr>
          <p:spPr>
            <a:xfrm>
              <a:off x="793940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7"/>
            <p:cNvSpPr/>
            <p:nvPr/>
          </p:nvSpPr>
          <p:spPr>
            <a:xfrm>
              <a:off x="818512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7"/>
            <p:cNvSpPr/>
            <p:nvPr/>
          </p:nvSpPr>
          <p:spPr>
            <a:xfrm>
              <a:off x="818512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7"/>
            <p:cNvSpPr/>
            <p:nvPr/>
          </p:nvSpPr>
          <p:spPr>
            <a:xfrm>
              <a:off x="818512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7"/>
            <p:cNvSpPr/>
            <p:nvPr/>
          </p:nvSpPr>
          <p:spPr>
            <a:xfrm>
              <a:off x="818512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7"/>
            <p:cNvSpPr/>
            <p:nvPr/>
          </p:nvSpPr>
          <p:spPr>
            <a:xfrm>
              <a:off x="818512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7"/>
            <p:cNvSpPr/>
            <p:nvPr/>
          </p:nvSpPr>
          <p:spPr>
            <a:xfrm>
              <a:off x="818512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7"/>
            <p:cNvSpPr/>
            <p:nvPr/>
          </p:nvSpPr>
          <p:spPr>
            <a:xfrm>
              <a:off x="818512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7"/>
            <p:cNvSpPr/>
            <p:nvPr/>
          </p:nvSpPr>
          <p:spPr>
            <a:xfrm>
              <a:off x="818512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7"/>
            <p:cNvSpPr/>
            <p:nvPr/>
          </p:nvSpPr>
          <p:spPr>
            <a:xfrm>
              <a:off x="818512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7"/>
            <p:cNvSpPr/>
            <p:nvPr/>
          </p:nvSpPr>
          <p:spPr>
            <a:xfrm>
              <a:off x="818512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7"/>
            <p:cNvSpPr/>
            <p:nvPr/>
          </p:nvSpPr>
          <p:spPr>
            <a:xfrm>
              <a:off x="818512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7"/>
            <p:cNvSpPr/>
            <p:nvPr/>
          </p:nvSpPr>
          <p:spPr>
            <a:xfrm>
              <a:off x="818512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7"/>
            <p:cNvSpPr/>
            <p:nvPr/>
          </p:nvSpPr>
          <p:spPr>
            <a:xfrm>
              <a:off x="818511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7"/>
            <p:cNvSpPr/>
            <p:nvPr/>
          </p:nvSpPr>
          <p:spPr>
            <a:xfrm>
              <a:off x="818511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7"/>
            <p:cNvSpPr/>
            <p:nvPr/>
          </p:nvSpPr>
          <p:spPr>
            <a:xfrm>
              <a:off x="818511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7"/>
            <p:cNvSpPr/>
            <p:nvPr/>
          </p:nvSpPr>
          <p:spPr>
            <a:xfrm>
              <a:off x="818511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7"/>
            <p:cNvSpPr/>
            <p:nvPr/>
          </p:nvSpPr>
          <p:spPr>
            <a:xfrm>
              <a:off x="818511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7"/>
            <p:cNvSpPr/>
            <p:nvPr/>
          </p:nvSpPr>
          <p:spPr>
            <a:xfrm>
              <a:off x="818511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7"/>
            <p:cNvSpPr/>
            <p:nvPr/>
          </p:nvSpPr>
          <p:spPr>
            <a:xfrm>
              <a:off x="818510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7"/>
            <p:cNvSpPr/>
            <p:nvPr/>
          </p:nvSpPr>
          <p:spPr>
            <a:xfrm>
              <a:off x="818510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7"/>
            <p:cNvSpPr/>
            <p:nvPr/>
          </p:nvSpPr>
          <p:spPr>
            <a:xfrm>
              <a:off x="843082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7"/>
            <p:cNvSpPr/>
            <p:nvPr/>
          </p:nvSpPr>
          <p:spPr>
            <a:xfrm>
              <a:off x="843082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7"/>
            <p:cNvSpPr/>
            <p:nvPr/>
          </p:nvSpPr>
          <p:spPr>
            <a:xfrm>
              <a:off x="843082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7"/>
            <p:cNvSpPr/>
            <p:nvPr/>
          </p:nvSpPr>
          <p:spPr>
            <a:xfrm>
              <a:off x="843082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7"/>
            <p:cNvSpPr/>
            <p:nvPr/>
          </p:nvSpPr>
          <p:spPr>
            <a:xfrm>
              <a:off x="843082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7"/>
            <p:cNvSpPr/>
            <p:nvPr/>
          </p:nvSpPr>
          <p:spPr>
            <a:xfrm>
              <a:off x="843082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7"/>
            <p:cNvSpPr/>
            <p:nvPr/>
          </p:nvSpPr>
          <p:spPr>
            <a:xfrm>
              <a:off x="843082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7"/>
            <p:cNvSpPr/>
            <p:nvPr/>
          </p:nvSpPr>
          <p:spPr>
            <a:xfrm>
              <a:off x="843082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7"/>
            <p:cNvSpPr/>
            <p:nvPr/>
          </p:nvSpPr>
          <p:spPr>
            <a:xfrm>
              <a:off x="843082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1" name="Google Shape;4861;p7"/>
            <p:cNvSpPr/>
            <p:nvPr/>
          </p:nvSpPr>
          <p:spPr>
            <a:xfrm>
              <a:off x="843082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2" name="Google Shape;4862;p7"/>
            <p:cNvSpPr/>
            <p:nvPr/>
          </p:nvSpPr>
          <p:spPr>
            <a:xfrm>
              <a:off x="843082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7"/>
            <p:cNvSpPr/>
            <p:nvPr/>
          </p:nvSpPr>
          <p:spPr>
            <a:xfrm>
              <a:off x="843082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7"/>
            <p:cNvSpPr/>
            <p:nvPr/>
          </p:nvSpPr>
          <p:spPr>
            <a:xfrm>
              <a:off x="843081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7"/>
            <p:cNvSpPr/>
            <p:nvPr/>
          </p:nvSpPr>
          <p:spPr>
            <a:xfrm>
              <a:off x="843081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7"/>
            <p:cNvSpPr/>
            <p:nvPr/>
          </p:nvSpPr>
          <p:spPr>
            <a:xfrm>
              <a:off x="843081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7"/>
            <p:cNvSpPr/>
            <p:nvPr/>
          </p:nvSpPr>
          <p:spPr>
            <a:xfrm>
              <a:off x="843081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7"/>
            <p:cNvSpPr/>
            <p:nvPr/>
          </p:nvSpPr>
          <p:spPr>
            <a:xfrm>
              <a:off x="843081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7"/>
            <p:cNvSpPr/>
            <p:nvPr/>
          </p:nvSpPr>
          <p:spPr>
            <a:xfrm>
              <a:off x="843081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7"/>
            <p:cNvSpPr/>
            <p:nvPr/>
          </p:nvSpPr>
          <p:spPr>
            <a:xfrm>
              <a:off x="843079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7"/>
            <p:cNvSpPr/>
            <p:nvPr/>
          </p:nvSpPr>
          <p:spPr>
            <a:xfrm>
              <a:off x="843079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7"/>
            <p:cNvSpPr/>
            <p:nvPr/>
          </p:nvSpPr>
          <p:spPr>
            <a:xfrm>
              <a:off x="867651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7"/>
            <p:cNvSpPr/>
            <p:nvPr/>
          </p:nvSpPr>
          <p:spPr>
            <a:xfrm>
              <a:off x="867651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7"/>
            <p:cNvSpPr/>
            <p:nvPr/>
          </p:nvSpPr>
          <p:spPr>
            <a:xfrm>
              <a:off x="867651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7"/>
            <p:cNvSpPr/>
            <p:nvPr/>
          </p:nvSpPr>
          <p:spPr>
            <a:xfrm>
              <a:off x="867651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7"/>
            <p:cNvSpPr/>
            <p:nvPr/>
          </p:nvSpPr>
          <p:spPr>
            <a:xfrm>
              <a:off x="867651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7"/>
            <p:cNvSpPr/>
            <p:nvPr/>
          </p:nvSpPr>
          <p:spPr>
            <a:xfrm>
              <a:off x="867651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7"/>
            <p:cNvSpPr/>
            <p:nvPr/>
          </p:nvSpPr>
          <p:spPr>
            <a:xfrm>
              <a:off x="867651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7"/>
            <p:cNvSpPr/>
            <p:nvPr/>
          </p:nvSpPr>
          <p:spPr>
            <a:xfrm>
              <a:off x="867651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7"/>
            <p:cNvSpPr/>
            <p:nvPr/>
          </p:nvSpPr>
          <p:spPr>
            <a:xfrm>
              <a:off x="867651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7"/>
            <p:cNvSpPr/>
            <p:nvPr/>
          </p:nvSpPr>
          <p:spPr>
            <a:xfrm>
              <a:off x="867651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7"/>
            <p:cNvSpPr/>
            <p:nvPr/>
          </p:nvSpPr>
          <p:spPr>
            <a:xfrm>
              <a:off x="867651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7"/>
            <p:cNvSpPr/>
            <p:nvPr/>
          </p:nvSpPr>
          <p:spPr>
            <a:xfrm>
              <a:off x="867651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7"/>
            <p:cNvSpPr/>
            <p:nvPr/>
          </p:nvSpPr>
          <p:spPr>
            <a:xfrm>
              <a:off x="867650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7"/>
            <p:cNvSpPr/>
            <p:nvPr/>
          </p:nvSpPr>
          <p:spPr>
            <a:xfrm>
              <a:off x="867650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7"/>
            <p:cNvSpPr/>
            <p:nvPr/>
          </p:nvSpPr>
          <p:spPr>
            <a:xfrm>
              <a:off x="867650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7"/>
            <p:cNvSpPr/>
            <p:nvPr/>
          </p:nvSpPr>
          <p:spPr>
            <a:xfrm>
              <a:off x="867650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7"/>
            <p:cNvSpPr/>
            <p:nvPr/>
          </p:nvSpPr>
          <p:spPr>
            <a:xfrm>
              <a:off x="867650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7"/>
            <p:cNvSpPr/>
            <p:nvPr/>
          </p:nvSpPr>
          <p:spPr>
            <a:xfrm>
              <a:off x="867650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7"/>
            <p:cNvSpPr/>
            <p:nvPr/>
          </p:nvSpPr>
          <p:spPr>
            <a:xfrm>
              <a:off x="867649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7"/>
            <p:cNvSpPr/>
            <p:nvPr/>
          </p:nvSpPr>
          <p:spPr>
            <a:xfrm>
              <a:off x="867649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7"/>
            <p:cNvSpPr/>
            <p:nvPr/>
          </p:nvSpPr>
          <p:spPr>
            <a:xfrm>
              <a:off x="89222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4893;p7"/>
            <p:cNvSpPr/>
            <p:nvPr/>
          </p:nvSpPr>
          <p:spPr>
            <a:xfrm>
              <a:off x="89222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7"/>
            <p:cNvSpPr/>
            <p:nvPr/>
          </p:nvSpPr>
          <p:spPr>
            <a:xfrm>
              <a:off x="89222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7"/>
            <p:cNvSpPr/>
            <p:nvPr/>
          </p:nvSpPr>
          <p:spPr>
            <a:xfrm>
              <a:off x="89222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7"/>
            <p:cNvSpPr/>
            <p:nvPr/>
          </p:nvSpPr>
          <p:spPr>
            <a:xfrm>
              <a:off x="89222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7"/>
            <p:cNvSpPr/>
            <p:nvPr/>
          </p:nvSpPr>
          <p:spPr>
            <a:xfrm>
              <a:off x="89222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7"/>
            <p:cNvSpPr/>
            <p:nvPr/>
          </p:nvSpPr>
          <p:spPr>
            <a:xfrm>
              <a:off x="89222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7"/>
            <p:cNvSpPr/>
            <p:nvPr/>
          </p:nvSpPr>
          <p:spPr>
            <a:xfrm>
              <a:off x="89222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7"/>
            <p:cNvSpPr/>
            <p:nvPr/>
          </p:nvSpPr>
          <p:spPr>
            <a:xfrm>
              <a:off x="89222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7"/>
            <p:cNvSpPr/>
            <p:nvPr/>
          </p:nvSpPr>
          <p:spPr>
            <a:xfrm>
              <a:off x="89222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7"/>
            <p:cNvSpPr/>
            <p:nvPr/>
          </p:nvSpPr>
          <p:spPr>
            <a:xfrm>
              <a:off x="89222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3" name="Google Shape;4903;p7"/>
            <p:cNvSpPr/>
            <p:nvPr/>
          </p:nvSpPr>
          <p:spPr>
            <a:xfrm>
              <a:off x="89222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4" name="Google Shape;4904;p7"/>
            <p:cNvSpPr/>
            <p:nvPr/>
          </p:nvSpPr>
          <p:spPr>
            <a:xfrm>
              <a:off x="89222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7"/>
            <p:cNvSpPr/>
            <p:nvPr/>
          </p:nvSpPr>
          <p:spPr>
            <a:xfrm>
              <a:off x="89222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7"/>
            <p:cNvSpPr/>
            <p:nvPr/>
          </p:nvSpPr>
          <p:spPr>
            <a:xfrm>
              <a:off x="89222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7"/>
            <p:cNvSpPr/>
            <p:nvPr/>
          </p:nvSpPr>
          <p:spPr>
            <a:xfrm>
              <a:off x="89222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7"/>
            <p:cNvSpPr/>
            <p:nvPr/>
          </p:nvSpPr>
          <p:spPr>
            <a:xfrm>
              <a:off x="89222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7"/>
            <p:cNvSpPr/>
            <p:nvPr/>
          </p:nvSpPr>
          <p:spPr>
            <a:xfrm>
              <a:off x="89222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7"/>
            <p:cNvSpPr/>
            <p:nvPr/>
          </p:nvSpPr>
          <p:spPr>
            <a:xfrm>
              <a:off x="89221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7"/>
            <p:cNvSpPr/>
            <p:nvPr/>
          </p:nvSpPr>
          <p:spPr>
            <a:xfrm>
              <a:off x="89221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7"/>
            <p:cNvSpPr/>
            <p:nvPr/>
          </p:nvSpPr>
          <p:spPr>
            <a:xfrm>
              <a:off x="2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7"/>
            <p:cNvSpPr/>
            <p:nvPr/>
          </p:nvSpPr>
          <p:spPr>
            <a:xfrm>
              <a:off x="21763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7"/>
            <p:cNvSpPr/>
            <p:nvPr/>
          </p:nvSpPr>
          <p:spPr>
            <a:xfrm>
              <a:off x="43523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7"/>
            <p:cNvSpPr/>
            <p:nvPr/>
          </p:nvSpPr>
          <p:spPr>
            <a:xfrm>
              <a:off x="65284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7"/>
            <p:cNvSpPr/>
            <p:nvPr/>
          </p:nvSpPr>
          <p:spPr>
            <a:xfrm>
              <a:off x="87044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4917;p7"/>
            <p:cNvSpPr/>
            <p:nvPr/>
          </p:nvSpPr>
          <p:spPr>
            <a:xfrm>
              <a:off x="108805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7"/>
            <p:cNvSpPr/>
            <p:nvPr/>
          </p:nvSpPr>
          <p:spPr>
            <a:xfrm>
              <a:off x="130566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7"/>
            <p:cNvSpPr/>
            <p:nvPr/>
          </p:nvSpPr>
          <p:spPr>
            <a:xfrm>
              <a:off x="155135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7"/>
            <p:cNvSpPr/>
            <p:nvPr/>
          </p:nvSpPr>
          <p:spPr>
            <a:xfrm>
              <a:off x="179705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7"/>
            <p:cNvSpPr/>
            <p:nvPr/>
          </p:nvSpPr>
          <p:spPr>
            <a:xfrm>
              <a:off x="204274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7"/>
            <p:cNvSpPr/>
            <p:nvPr/>
          </p:nvSpPr>
          <p:spPr>
            <a:xfrm>
              <a:off x="228844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7"/>
            <p:cNvSpPr/>
            <p:nvPr/>
          </p:nvSpPr>
          <p:spPr>
            <a:xfrm>
              <a:off x="253413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7"/>
            <p:cNvSpPr/>
            <p:nvPr/>
          </p:nvSpPr>
          <p:spPr>
            <a:xfrm>
              <a:off x="277983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5" name="Google Shape;4925;p7"/>
            <p:cNvSpPr/>
            <p:nvPr/>
          </p:nvSpPr>
          <p:spPr>
            <a:xfrm>
              <a:off x="302552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6" name="Google Shape;4926;p7"/>
            <p:cNvSpPr/>
            <p:nvPr/>
          </p:nvSpPr>
          <p:spPr>
            <a:xfrm>
              <a:off x="327122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7"/>
            <p:cNvSpPr/>
            <p:nvPr/>
          </p:nvSpPr>
          <p:spPr>
            <a:xfrm>
              <a:off x="351691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7"/>
            <p:cNvSpPr/>
            <p:nvPr/>
          </p:nvSpPr>
          <p:spPr>
            <a:xfrm>
              <a:off x="37626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7"/>
            <p:cNvSpPr/>
            <p:nvPr/>
          </p:nvSpPr>
          <p:spPr>
            <a:xfrm>
              <a:off x="400830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7"/>
            <p:cNvSpPr/>
            <p:nvPr/>
          </p:nvSpPr>
          <p:spPr>
            <a:xfrm>
              <a:off x="425400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7"/>
            <p:cNvSpPr/>
            <p:nvPr/>
          </p:nvSpPr>
          <p:spPr>
            <a:xfrm>
              <a:off x="449969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7"/>
            <p:cNvSpPr/>
            <p:nvPr/>
          </p:nvSpPr>
          <p:spPr>
            <a:xfrm>
              <a:off x="474539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7"/>
            <p:cNvSpPr/>
            <p:nvPr/>
          </p:nvSpPr>
          <p:spPr>
            <a:xfrm>
              <a:off x="4991089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7"/>
            <p:cNvSpPr/>
            <p:nvPr/>
          </p:nvSpPr>
          <p:spPr>
            <a:xfrm>
              <a:off x="523678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7"/>
            <p:cNvSpPr/>
            <p:nvPr/>
          </p:nvSpPr>
          <p:spPr>
            <a:xfrm>
              <a:off x="5482479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7"/>
            <p:cNvSpPr/>
            <p:nvPr/>
          </p:nvSpPr>
          <p:spPr>
            <a:xfrm>
              <a:off x="572817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7"/>
            <p:cNvSpPr/>
            <p:nvPr/>
          </p:nvSpPr>
          <p:spPr>
            <a:xfrm>
              <a:off x="597387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7"/>
            <p:cNvSpPr/>
            <p:nvPr/>
          </p:nvSpPr>
          <p:spPr>
            <a:xfrm>
              <a:off x="621956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7"/>
            <p:cNvSpPr/>
            <p:nvPr/>
          </p:nvSpPr>
          <p:spPr>
            <a:xfrm>
              <a:off x="646526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7"/>
            <p:cNvSpPr/>
            <p:nvPr/>
          </p:nvSpPr>
          <p:spPr>
            <a:xfrm>
              <a:off x="671095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7"/>
            <p:cNvSpPr/>
            <p:nvPr/>
          </p:nvSpPr>
          <p:spPr>
            <a:xfrm>
              <a:off x="695665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7"/>
            <p:cNvSpPr/>
            <p:nvPr/>
          </p:nvSpPr>
          <p:spPr>
            <a:xfrm>
              <a:off x="720234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7"/>
            <p:cNvSpPr/>
            <p:nvPr/>
          </p:nvSpPr>
          <p:spPr>
            <a:xfrm>
              <a:off x="744804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7"/>
            <p:cNvSpPr/>
            <p:nvPr/>
          </p:nvSpPr>
          <p:spPr>
            <a:xfrm>
              <a:off x="769373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7"/>
            <p:cNvSpPr/>
            <p:nvPr/>
          </p:nvSpPr>
          <p:spPr>
            <a:xfrm>
              <a:off x="793943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7"/>
            <p:cNvSpPr/>
            <p:nvPr/>
          </p:nvSpPr>
          <p:spPr>
            <a:xfrm>
              <a:off x="818512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7"/>
            <p:cNvSpPr/>
            <p:nvPr/>
          </p:nvSpPr>
          <p:spPr>
            <a:xfrm>
              <a:off x="843082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7"/>
            <p:cNvSpPr/>
            <p:nvPr/>
          </p:nvSpPr>
          <p:spPr>
            <a:xfrm>
              <a:off x="867651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7"/>
            <p:cNvSpPr/>
            <p:nvPr/>
          </p:nvSpPr>
          <p:spPr>
            <a:xfrm>
              <a:off x="89222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7"/>
            <p:cNvSpPr/>
            <p:nvPr/>
          </p:nvSpPr>
          <p:spPr>
            <a:xfrm>
              <a:off x="91679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7"/>
            <p:cNvSpPr/>
            <p:nvPr/>
          </p:nvSpPr>
          <p:spPr>
            <a:xfrm>
              <a:off x="91679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7"/>
            <p:cNvSpPr/>
            <p:nvPr/>
          </p:nvSpPr>
          <p:spPr>
            <a:xfrm>
              <a:off x="91679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7"/>
            <p:cNvSpPr/>
            <p:nvPr/>
          </p:nvSpPr>
          <p:spPr>
            <a:xfrm>
              <a:off x="91679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7"/>
            <p:cNvSpPr/>
            <p:nvPr/>
          </p:nvSpPr>
          <p:spPr>
            <a:xfrm>
              <a:off x="91679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7"/>
            <p:cNvSpPr/>
            <p:nvPr/>
          </p:nvSpPr>
          <p:spPr>
            <a:xfrm>
              <a:off x="91679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7"/>
            <p:cNvSpPr/>
            <p:nvPr/>
          </p:nvSpPr>
          <p:spPr>
            <a:xfrm>
              <a:off x="91679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7"/>
            <p:cNvSpPr/>
            <p:nvPr/>
          </p:nvSpPr>
          <p:spPr>
            <a:xfrm>
              <a:off x="91679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7"/>
            <p:cNvSpPr/>
            <p:nvPr/>
          </p:nvSpPr>
          <p:spPr>
            <a:xfrm>
              <a:off x="91679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7"/>
            <p:cNvSpPr/>
            <p:nvPr/>
          </p:nvSpPr>
          <p:spPr>
            <a:xfrm>
              <a:off x="91679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7"/>
            <p:cNvSpPr/>
            <p:nvPr/>
          </p:nvSpPr>
          <p:spPr>
            <a:xfrm>
              <a:off x="91679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7"/>
            <p:cNvSpPr/>
            <p:nvPr/>
          </p:nvSpPr>
          <p:spPr>
            <a:xfrm>
              <a:off x="91679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7"/>
            <p:cNvSpPr/>
            <p:nvPr/>
          </p:nvSpPr>
          <p:spPr>
            <a:xfrm>
              <a:off x="91679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7"/>
            <p:cNvSpPr/>
            <p:nvPr/>
          </p:nvSpPr>
          <p:spPr>
            <a:xfrm>
              <a:off x="91679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7"/>
            <p:cNvSpPr/>
            <p:nvPr/>
          </p:nvSpPr>
          <p:spPr>
            <a:xfrm>
              <a:off x="91679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7"/>
            <p:cNvSpPr/>
            <p:nvPr/>
          </p:nvSpPr>
          <p:spPr>
            <a:xfrm>
              <a:off x="91679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7"/>
            <p:cNvSpPr/>
            <p:nvPr/>
          </p:nvSpPr>
          <p:spPr>
            <a:xfrm>
              <a:off x="91679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7"/>
            <p:cNvSpPr/>
            <p:nvPr/>
          </p:nvSpPr>
          <p:spPr>
            <a:xfrm>
              <a:off x="91679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4968;p7"/>
            <p:cNvSpPr/>
            <p:nvPr/>
          </p:nvSpPr>
          <p:spPr>
            <a:xfrm>
              <a:off x="91678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4969;p7"/>
            <p:cNvSpPr/>
            <p:nvPr/>
          </p:nvSpPr>
          <p:spPr>
            <a:xfrm>
              <a:off x="91678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7"/>
            <p:cNvSpPr/>
            <p:nvPr/>
          </p:nvSpPr>
          <p:spPr>
            <a:xfrm>
              <a:off x="91679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1" name="Google Shape;4971;p7"/>
          <p:cNvGrpSpPr/>
          <p:nvPr/>
        </p:nvGrpSpPr>
        <p:grpSpPr>
          <a:xfrm>
            <a:off x="235650" y="204150"/>
            <a:ext cx="8683925" cy="4735200"/>
            <a:chOff x="235650" y="204150"/>
            <a:chExt cx="8683925" cy="4735200"/>
          </a:xfrm>
        </p:grpSpPr>
        <p:sp>
          <p:nvSpPr>
            <p:cNvPr id="4972" name="Google Shape;4972;p7"/>
            <p:cNvSpPr/>
            <p:nvPr/>
          </p:nvSpPr>
          <p:spPr>
            <a:xfrm>
              <a:off x="235650" y="204150"/>
              <a:ext cx="8672700" cy="4735200"/>
            </a:xfrm>
            <a:prstGeom prst="roundRect">
              <a:avLst>
                <a:gd name="adj" fmla="val 3441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973" name="Google Shape;4973;p7"/>
            <p:cNvCxnSpPr/>
            <p:nvPr/>
          </p:nvCxnSpPr>
          <p:spPr>
            <a:xfrm>
              <a:off x="240875" y="543800"/>
              <a:ext cx="8678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974" name="Google Shape;4974;p7"/>
            <p:cNvSpPr/>
            <p:nvPr/>
          </p:nvSpPr>
          <p:spPr>
            <a:xfrm>
              <a:off x="37842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7"/>
            <p:cNvSpPr/>
            <p:nvPr/>
          </p:nvSpPr>
          <p:spPr>
            <a:xfrm>
              <a:off x="68307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7"/>
            <p:cNvSpPr/>
            <p:nvPr/>
          </p:nvSpPr>
          <p:spPr>
            <a:xfrm>
              <a:off x="98772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77" name="Google Shape;497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78" name="Google Shape;4978;p7"/>
          <p:cNvSpPr txBox="1">
            <a:spLocks noGrp="1"/>
          </p:cNvSpPr>
          <p:nvPr>
            <p:ph type="subTitle" idx="1"/>
          </p:nvPr>
        </p:nvSpPr>
        <p:spPr>
          <a:xfrm>
            <a:off x="716550" y="1242800"/>
            <a:ext cx="7710900" cy="3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0" name="Google Shape;4980;p8"/>
          <p:cNvGrpSpPr/>
          <p:nvPr/>
        </p:nvGrpSpPr>
        <p:grpSpPr>
          <a:xfrm>
            <a:off x="38150" y="35427"/>
            <a:ext cx="9067465" cy="5072518"/>
            <a:chOff x="0" y="-63776"/>
            <a:chExt cx="9309513" cy="5207389"/>
          </a:xfrm>
        </p:grpSpPr>
        <p:sp>
          <p:nvSpPr>
            <p:cNvPr id="4981" name="Google Shape;4981;p8"/>
            <p:cNvSpPr/>
            <p:nvPr/>
          </p:nvSpPr>
          <p:spPr>
            <a:xfrm>
              <a:off x="2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8"/>
            <p:cNvSpPr/>
            <p:nvPr/>
          </p:nvSpPr>
          <p:spPr>
            <a:xfrm>
              <a:off x="2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8"/>
            <p:cNvSpPr/>
            <p:nvPr/>
          </p:nvSpPr>
          <p:spPr>
            <a:xfrm>
              <a:off x="2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8"/>
            <p:cNvSpPr/>
            <p:nvPr/>
          </p:nvSpPr>
          <p:spPr>
            <a:xfrm>
              <a:off x="2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8"/>
            <p:cNvSpPr/>
            <p:nvPr/>
          </p:nvSpPr>
          <p:spPr>
            <a:xfrm>
              <a:off x="2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8"/>
            <p:cNvSpPr/>
            <p:nvPr/>
          </p:nvSpPr>
          <p:spPr>
            <a:xfrm>
              <a:off x="2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8"/>
            <p:cNvSpPr/>
            <p:nvPr/>
          </p:nvSpPr>
          <p:spPr>
            <a:xfrm>
              <a:off x="2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8"/>
            <p:cNvSpPr/>
            <p:nvPr/>
          </p:nvSpPr>
          <p:spPr>
            <a:xfrm>
              <a:off x="2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8"/>
            <p:cNvSpPr/>
            <p:nvPr/>
          </p:nvSpPr>
          <p:spPr>
            <a:xfrm>
              <a:off x="2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8"/>
            <p:cNvSpPr/>
            <p:nvPr/>
          </p:nvSpPr>
          <p:spPr>
            <a:xfrm>
              <a:off x="2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8"/>
            <p:cNvSpPr/>
            <p:nvPr/>
          </p:nvSpPr>
          <p:spPr>
            <a:xfrm>
              <a:off x="2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8"/>
            <p:cNvSpPr/>
            <p:nvPr/>
          </p:nvSpPr>
          <p:spPr>
            <a:xfrm>
              <a:off x="2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8"/>
            <p:cNvSpPr/>
            <p:nvPr/>
          </p:nvSpPr>
          <p:spPr>
            <a:xfrm>
              <a:off x="1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8"/>
            <p:cNvSpPr/>
            <p:nvPr/>
          </p:nvSpPr>
          <p:spPr>
            <a:xfrm>
              <a:off x="1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8"/>
            <p:cNvSpPr/>
            <p:nvPr/>
          </p:nvSpPr>
          <p:spPr>
            <a:xfrm>
              <a:off x="1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8"/>
            <p:cNvSpPr/>
            <p:nvPr/>
          </p:nvSpPr>
          <p:spPr>
            <a:xfrm>
              <a:off x="1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8"/>
            <p:cNvSpPr/>
            <p:nvPr/>
          </p:nvSpPr>
          <p:spPr>
            <a:xfrm>
              <a:off x="1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8"/>
            <p:cNvSpPr/>
            <p:nvPr/>
          </p:nvSpPr>
          <p:spPr>
            <a:xfrm>
              <a:off x="1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8"/>
            <p:cNvSpPr/>
            <p:nvPr/>
          </p:nvSpPr>
          <p:spPr>
            <a:xfrm>
              <a:off x="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8"/>
            <p:cNvSpPr/>
            <p:nvPr/>
          </p:nvSpPr>
          <p:spPr>
            <a:xfrm>
              <a:off x="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8"/>
            <p:cNvSpPr/>
            <p:nvPr/>
          </p:nvSpPr>
          <p:spPr>
            <a:xfrm>
              <a:off x="21763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8"/>
            <p:cNvSpPr/>
            <p:nvPr/>
          </p:nvSpPr>
          <p:spPr>
            <a:xfrm>
              <a:off x="21763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8"/>
            <p:cNvSpPr/>
            <p:nvPr/>
          </p:nvSpPr>
          <p:spPr>
            <a:xfrm>
              <a:off x="21763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8"/>
            <p:cNvSpPr/>
            <p:nvPr/>
          </p:nvSpPr>
          <p:spPr>
            <a:xfrm>
              <a:off x="21763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8"/>
            <p:cNvSpPr/>
            <p:nvPr/>
          </p:nvSpPr>
          <p:spPr>
            <a:xfrm>
              <a:off x="21763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8"/>
            <p:cNvSpPr/>
            <p:nvPr/>
          </p:nvSpPr>
          <p:spPr>
            <a:xfrm>
              <a:off x="21763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8"/>
            <p:cNvSpPr/>
            <p:nvPr/>
          </p:nvSpPr>
          <p:spPr>
            <a:xfrm>
              <a:off x="21763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8"/>
            <p:cNvSpPr/>
            <p:nvPr/>
          </p:nvSpPr>
          <p:spPr>
            <a:xfrm>
              <a:off x="21763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8"/>
            <p:cNvSpPr/>
            <p:nvPr/>
          </p:nvSpPr>
          <p:spPr>
            <a:xfrm>
              <a:off x="21763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8"/>
            <p:cNvSpPr/>
            <p:nvPr/>
          </p:nvSpPr>
          <p:spPr>
            <a:xfrm>
              <a:off x="21763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8"/>
            <p:cNvSpPr/>
            <p:nvPr/>
          </p:nvSpPr>
          <p:spPr>
            <a:xfrm>
              <a:off x="21763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8"/>
            <p:cNvSpPr/>
            <p:nvPr/>
          </p:nvSpPr>
          <p:spPr>
            <a:xfrm>
              <a:off x="21763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8"/>
            <p:cNvSpPr/>
            <p:nvPr/>
          </p:nvSpPr>
          <p:spPr>
            <a:xfrm>
              <a:off x="21761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8"/>
            <p:cNvSpPr/>
            <p:nvPr/>
          </p:nvSpPr>
          <p:spPr>
            <a:xfrm>
              <a:off x="21761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8"/>
            <p:cNvSpPr/>
            <p:nvPr/>
          </p:nvSpPr>
          <p:spPr>
            <a:xfrm>
              <a:off x="21761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8"/>
            <p:cNvSpPr/>
            <p:nvPr/>
          </p:nvSpPr>
          <p:spPr>
            <a:xfrm>
              <a:off x="21761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8"/>
            <p:cNvSpPr/>
            <p:nvPr/>
          </p:nvSpPr>
          <p:spPr>
            <a:xfrm>
              <a:off x="21761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8"/>
            <p:cNvSpPr/>
            <p:nvPr/>
          </p:nvSpPr>
          <p:spPr>
            <a:xfrm>
              <a:off x="21761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8"/>
            <p:cNvSpPr/>
            <p:nvPr/>
          </p:nvSpPr>
          <p:spPr>
            <a:xfrm>
              <a:off x="21760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8"/>
            <p:cNvSpPr/>
            <p:nvPr/>
          </p:nvSpPr>
          <p:spPr>
            <a:xfrm>
              <a:off x="21760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8"/>
            <p:cNvSpPr/>
            <p:nvPr/>
          </p:nvSpPr>
          <p:spPr>
            <a:xfrm>
              <a:off x="43523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8"/>
            <p:cNvSpPr/>
            <p:nvPr/>
          </p:nvSpPr>
          <p:spPr>
            <a:xfrm>
              <a:off x="43523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8"/>
            <p:cNvSpPr/>
            <p:nvPr/>
          </p:nvSpPr>
          <p:spPr>
            <a:xfrm>
              <a:off x="43523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8"/>
            <p:cNvSpPr/>
            <p:nvPr/>
          </p:nvSpPr>
          <p:spPr>
            <a:xfrm>
              <a:off x="43523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8"/>
            <p:cNvSpPr/>
            <p:nvPr/>
          </p:nvSpPr>
          <p:spPr>
            <a:xfrm>
              <a:off x="43523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8"/>
            <p:cNvSpPr/>
            <p:nvPr/>
          </p:nvSpPr>
          <p:spPr>
            <a:xfrm>
              <a:off x="43523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8"/>
            <p:cNvSpPr/>
            <p:nvPr/>
          </p:nvSpPr>
          <p:spPr>
            <a:xfrm>
              <a:off x="43523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8"/>
            <p:cNvSpPr/>
            <p:nvPr/>
          </p:nvSpPr>
          <p:spPr>
            <a:xfrm>
              <a:off x="43523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8"/>
            <p:cNvSpPr/>
            <p:nvPr/>
          </p:nvSpPr>
          <p:spPr>
            <a:xfrm>
              <a:off x="43523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8"/>
            <p:cNvSpPr/>
            <p:nvPr/>
          </p:nvSpPr>
          <p:spPr>
            <a:xfrm>
              <a:off x="43523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8"/>
            <p:cNvSpPr/>
            <p:nvPr/>
          </p:nvSpPr>
          <p:spPr>
            <a:xfrm>
              <a:off x="43523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8"/>
            <p:cNvSpPr/>
            <p:nvPr/>
          </p:nvSpPr>
          <p:spPr>
            <a:xfrm>
              <a:off x="43523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8"/>
            <p:cNvSpPr/>
            <p:nvPr/>
          </p:nvSpPr>
          <p:spPr>
            <a:xfrm>
              <a:off x="4352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8"/>
            <p:cNvSpPr/>
            <p:nvPr/>
          </p:nvSpPr>
          <p:spPr>
            <a:xfrm>
              <a:off x="4352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8"/>
            <p:cNvSpPr/>
            <p:nvPr/>
          </p:nvSpPr>
          <p:spPr>
            <a:xfrm>
              <a:off x="4352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8"/>
            <p:cNvSpPr/>
            <p:nvPr/>
          </p:nvSpPr>
          <p:spPr>
            <a:xfrm>
              <a:off x="4352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8"/>
            <p:cNvSpPr/>
            <p:nvPr/>
          </p:nvSpPr>
          <p:spPr>
            <a:xfrm>
              <a:off x="4352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8"/>
            <p:cNvSpPr/>
            <p:nvPr/>
          </p:nvSpPr>
          <p:spPr>
            <a:xfrm>
              <a:off x="4352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8"/>
            <p:cNvSpPr/>
            <p:nvPr/>
          </p:nvSpPr>
          <p:spPr>
            <a:xfrm>
              <a:off x="4352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8"/>
            <p:cNvSpPr/>
            <p:nvPr/>
          </p:nvSpPr>
          <p:spPr>
            <a:xfrm>
              <a:off x="4352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8"/>
            <p:cNvSpPr/>
            <p:nvPr/>
          </p:nvSpPr>
          <p:spPr>
            <a:xfrm>
              <a:off x="65284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8"/>
            <p:cNvSpPr/>
            <p:nvPr/>
          </p:nvSpPr>
          <p:spPr>
            <a:xfrm>
              <a:off x="65284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8"/>
            <p:cNvSpPr/>
            <p:nvPr/>
          </p:nvSpPr>
          <p:spPr>
            <a:xfrm>
              <a:off x="65284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8"/>
            <p:cNvSpPr/>
            <p:nvPr/>
          </p:nvSpPr>
          <p:spPr>
            <a:xfrm>
              <a:off x="65284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8"/>
            <p:cNvSpPr/>
            <p:nvPr/>
          </p:nvSpPr>
          <p:spPr>
            <a:xfrm>
              <a:off x="65284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8"/>
            <p:cNvSpPr/>
            <p:nvPr/>
          </p:nvSpPr>
          <p:spPr>
            <a:xfrm>
              <a:off x="65284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8"/>
            <p:cNvSpPr/>
            <p:nvPr/>
          </p:nvSpPr>
          <p:spPr>
            <a:xfrm>
              <a:off x="65284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8"/>
            <p:cNvSpPr/>
            <p:nvPr/>
          </p:nvSpPr>
          <p:spPr>
            <a:xfrm>
              <a:off x="65284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8"/>
            <p:cNvSpPr/>
            <p:nvPr/>
          </p:nvSpPr>
          <p:spPr>
            <a:xfrm>
              <a:off x="65284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8"/>
            <p:cNvSpPr/>
            <p:nvPr/>
          </p:nvSpPr>
          <p:spPr>
            <a:xfrm>
              <a:off x="65284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8"/>
            <p:cNvSpPr/>
            <p:nvPr/>
          </p:nvSpPr>
          <p:spPr>
            <a:xfrm>
              <a:off x="65284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8"/>
            <p:cNvSpPr/>
            <p:nvPr/>
          </p:nvSpPr>
          <p:spPr>
            <a:xfrm>
              <a:off x="65284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8"/>
            <p:cNvSpPr/>
            <p:nvPr/>
          </p:nvSpPr>
          <p:spPr>
            <a:xfrm>
              <a:off x="65283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8"/>
            <p:cNvSpPr/>
            <p:nvPr/>
          </p:nvSpPr>
          <p:spPr>
            <a:xfrm>
              <a:off x="65283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8"/>
            <p:cNvSpPr/>
            <p:nvPr/>
          </p:nvSpPr>
          <p:spPr>
            <a:xfrm>
              <a:off x="65283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8"/>
            <p:cNvSpPr/>
            <p:nvPr/>
          </p:nvSpPr>
          <p:spPr>
            <a:xfrm>
              <a:off x="65283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8"/>
            <p:cNvSpPr/>
            <p:nvPr/>
          </p:nvSpPr>
          <p:spPr>
            <a:xfrm>
              <a:off x="65283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8"/>
            <p:cNvSpPr/>
            <p:nvPr/>
          </p:nvSpPr>
          <p:spPr>
            <a:xfrm>
              <a:off x="65283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8"/>
            <p:cNvSpPr/>
            <p:nvPr/>
          </p:nvSpPr>
          <p:spPr>
            <a:xfrm>
              <a:off x="65281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8"/>
            <p:cNvSpPr/>
            <p:nvPr/>
          </p:nvSpPr>
          <p:spPr>
            <a:xfrm>
              <a:off x="65281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8"/>
            <p:cNvSpPr/>
            <p:nvPr/>
          </p:nvSpPr>
          <p:spPr>
            <a:xfrm>
              <a:off x="87044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8"/>
            <p:cNvSpPr/>
            <p:nvPr/>
          </p:nvSpPr>
          <p:spPr>
            <a:xfrm>
              <a:off x="87044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8"/>
            <p:cNvSpPr/>
            <p:nvPr/>
          </p:nvSpPr>
          <p:spPr>
            <a:xfrm>
              <a:off x="87044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8"/>
            <p:cNvSpPr/>
            <p:nvPr/>
          </p:nvSpPr>
          <p:spPr>
            <a:xfrm>
              <a:off x="87044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8"/>
            <p:cNvSpPr/>
            <p:nvPr/>
          </p:nvSpPr>
          <p:spPr>
            <a:xfrm>
              <a:off x="87044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8"/>
            <p:cNvSpPr/>
            <p:nvPr/>
          </p:nvSpPr>
          <p:spPr>
            <a:xfrm>
              <a:off x="87044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8"/>
            <p:cNvSpPr/>
            <p:nvPr/>
          </p:nvSpPr>
          <p:spPr>
            <a:xfrm>
              <a:off x="87044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8"/>
            <p:cNvSpPr/>
            <p:nvPr/>
          </p:nvSpPr>
          <p:spPr>
            <a:xfrm>
              <a:off x="87044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8"/>
            <p:cNvSpPr/>
            <p:nvPr/>
          </p:nvSpPr>
          <p:spPr>
            <a:xfrm>
              <a:off x="87044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8"/>
            <p:cNvSpPr/>
            <p:nvPr/>
          </p:nvSpPr>
          <p:spPr>
            <a:xfrm>
              <a:off x="87044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8"/>
            <p:cNvSpPr/>
            <p:nvPr/>
          </p:nvSpPr>
          <p:spPr>
            <a:xfrm>
              <a:off x="87044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8"/>
            <p:cNvSpPr/>
            <p:nvPr/>
          </p:nvSpPr>
          <p:spPr>
            <a:xfrm>
              <a:off x="87044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8"/>
            <p:cNvSpPr/>
            <p:nvPr/>
          </p:nvSpPr>
          <p:spPr>
            <a:xfrm>
              <a:off x="87043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8"/>
            <p:cNvSpPr/>
            <p:nvPr/>
          </p:nvSpPr>
          <p:spPr>
            <a:xfrm>
              <a:off x="87043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8"/>
            <p:cNvSpPr/>
            <p:nvPr/>
          </p:nvSpPr>
          <p:spPr>
            <a:xfrm>
              <a:off x="87043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8"/>
            <p:cNvSpPr/>
            <p:nvPr/>
          </p:nvSpPr>
          <p:spPr>
            <a:xfrm>
              <a:off x="87043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8"/>
            <p:cNvSpPr/>
            <p:nvPr/>
          </p:nvSpPr>
          <p:spPr>
            <a:xfrm>
              <a:off x="87043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8"/>
            <p:cNvSpPr/>
            <p:nvPr/>
          </p:nvSpPr>
          <p:spPr>
            <a:xfrm>
              <a:off x="87043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8"/>
            <p:cNvSpPr/>
            <p:nvPr/>
          </p:nvSpPr>
          <p:spPr>
            <a:xfrm>
              <a:off x="87042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8"/>
            <p:cNvSpPr/>
            <p:nvPr/>
          </p:nvSpPr>
          <p:spPr>
            <a:xfrm>
              <a:off x="87042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8"/>
            <p:cNvSpPr/>
            <p:nvPr/>
          </p:nvSpPr>
          <p:spPr>
            <a:xfrm>
              <a:off x="108805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8"/>
            <p:cNvSpPr/>
            <p:nvPr/>
          </p:nvSpPr>
          <p:spPr>
            <a:xfrm>
              <a:off x="108805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8"/>
            <p:cNvSpPr/>
            <p:nvPr/>
          </p:nvSpPr>
          <p:spPr>
            <a:xfrm>
              <a:off x="108805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8"/>
            <p:cNvSpPr/>
            <p:nvPr/>
          </p:nvSpPr>
          <p:spPr>
            <a:xfrm>
              <a:off x="108805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8"/>
            <p:cNvSpPr/>
            <p:nvPr/>
          </p:nvSpPr>
          <p:spPr>
            <a:xfrm>
              <a:off x="108805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8"/>
            <p:cNvSpPr/>
            <p:nvPr/>
          </p:nvSpPr>
          <p:spPr>
            <a:xfrm>
              <a:off x="108805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8"/>
            <p:cNvSpPr/>
            <p:nvPr/>
          </p:nvSpPr>
          <p:spPr>
            <a:xfrm>
              <a:off x="108805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8"/>
            <p:cNvSpPr/>
            <p:nvPr/>
          </p:nvSpPr>
          <p:spPr>
            <a:xfrm>
              <a:off x="108805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8"/>
            <p:cNvSpPr/>
            <p:nvPr/>
          </p:nvSpPr>
          <p:spPr>
            <a:xfrm>
              <a:off x="108805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8"/>
            <p:cNvSpPr/>
            <p:nvPr/>
          </p:nvSpPr>
          <p:spPr>
            <a:xfrm>
              <a:off x="108805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8"/>
            <p:cNvSpPr/>
            <p:nvPr/>
          </p:nvSpPr>
          <p:spPr>
            <a:xfrm>
              <a:off x="108805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8"/>
            <p:cNvSpPr/>
            <p:nvPr/>
          </p:nvSpPr>
          <p:spPr>
            <a:xfrm>
              <a:off x="108805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8"/>
            <p:cNvSpPr/>
            <p:nvPr/>
          </p:nvSpPr>
          <p:spPr>
            <a:xfrm>
              <a:off x="108804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8"/>
            <p:cNvSpPr/>
            <p:nvPr/>
          </p:nvSpPr>
          <p:spPr>
            <a:xfrm>
              <a:off x="108804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8"/>
            <p:cNvSpPr/>
            <p:nvPr/>
          </p:nvSpPr>
          <p:spPr>
            <a:xfrm>
              <a:off x="108804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8"/>
            <p:cNvSpPr/>
            <p:nvPr/>
          </p:nvSpPr>
          <p:spPr>
            <a:xfrm>
              <a:off x="108804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8"/>
            <p:cNvSpPr/>
            <p:nvPr/>
          </p:nvSpPr>
          <p:spPr>
            <a:xfrm>
              <a:off x="108804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8"/>
            <p:cNvSpPr/>
            <p:nvPr/>
          </p:nvSpPr>
          <p:spPr>
            <a:xfrm>
              <a:off x="108804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8"/>
            <p:cNvSpPr/>
            <p:nvPr/>
          </p:nvSpPr>
          <p:spPr>
            <a:xfrm>
              <a:off x="108802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8"/>
            <p:cNvSpPr/>
            <p:nvPr/>
          </p:nvSpPr>
          <p:spPr>
            <a:xfrm>
              <a:off x="108802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8"/>
            <p:cNvSpPr/>
            <p:nvPr/>
          </p:nvSpPr>
          <p:spPr>
            <a:xfrm>
              <a:off x="130566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8"/>
            <p:cNvSpPr/>
            <p:nvPr/>
          </p:nvSpPr>
          <p:spPr>
            <a:xfrm>
              <a:off x="130566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8"/>
            <p:cNvSpPr/>
            <p:nvPr/>
          </p:nvSpPr>
          <p:spPr>
            <a:xfrm>
              <a:off x="130566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8"/>
            <p:cNvSpPr/>
            <p:nvPr/>
          </p:nvSpPr>
          <p:spPr>
            <a:xfrm>
              <a:off x="130566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8"/>
            <p:cNvSpPr/>
            <p:nvPr/>
          </p:nvSpPr>
          <p:spPr>
            <a:xfrm>
              <a:off x="130566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8"/>
            <p:cNvSpPr/>
            <p:nvPr/>
          </p:nvSpPr>
          <p:spPr>
            <a:xfrm>
              <a:off x="130566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8"/>
            <p:cNvSpPr/>
            <p:nvPr/>
          </p:nvSpPr>
          <p:spPr>
            <a:xfrm>
              <a:off x="130566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8"/>
            <p:cNvSpPr/>
            <p:nvPr/>
          </p:nvSpPr>
          <p:spPr>
            <a:xfrm>
              <a:off x="130566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8"/>
            <p:cNvSpPr/>
            <p:nvPr/>
          </p:nvSpPr>
          <p:spPr>
            <a:xfrm>
              <a:off x="130566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8"/>
            <p:cNvSpPr/>
            <p:nvPr/>
          </p:nvSpPr>
          <p:spPr>
            <a:xfrm>
              <a:off x="130566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8"/>
            <p:cNvSpPr/>
            <p:nvPr/>
          </p:nvSpPr>
          <p:spPr>
            <a:xfrm>
              <a:off x="130566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8"/>
            <p:cNvSpPr/>
            <p:nvPr/>
          </p:nvSpPr>
          <p:spPr>
            <a:xfrm>
              <a:off x="130566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8"/>
            <p:cNvSpPr/>
            <p:nvPr/>
          </p:nvSpPr>
          <p:spPr>
            <a:xfrm>
              <a:off x="130564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8"/>
            <p:cNvSpPr/>
            <p:nvPr/>
          </p:nvSpPr>
          <p:spPr>
            <a:xfrm>
              <a:off x="130564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8"/>
            <p:cNvSpPr/>
            <p:nvPr/>
          </p:nvSpPr>
          <p:spPr>
            <a:xfrm>
              <a:off x="130564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8"/>
            <p:cNvSpPr/>
            <p:nvPr/>
          </p:nvSpPr>
          <p:spPr>
            <a:xfrm>
              <a:off x="130564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8"/>
            <p:cNvSpPr/>
            <p:nvPr/>
          </p:nvSpPr>
          <p:spPr>
            <a:xfrm>
              <a:off x="130564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8"/>
            <p:cNvSpPr/>
            <p:nvPr/>
          </p:nvSpPr>
          <p:spPr>
            <a:xfrm>
              <a:off x="130564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8"/>
            <p:cNvSpPr/>
            <p:nvPr/>
          </p:nvSpPr>
          <p:spPr>
            <a:xfrm>
              <a:off x="130563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8"/>
            <p:cNvSpPr/>
            <p:nvPr/>
          </p:nvSpPr>
          <p:spPr>
            <a:xfrm>
              <a:off x="130563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8"/>
            <p:cNvSpPr/>
            <p:nvPr/>
          </p:nvSpPr>
          <p:spPr>
            <a:xfrm>
              <a:off x="155135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8"/>
            <p:cNvSpPr/>
            <p:nvPr/>
          </p:nvSpPr>
          <p:spPr>
            <a:xfrm>
              <a:off x="155135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8"/>
            <p:cNvSpPr/>
            <p:nvPr/>
          </p:nvSpPr>
          <p:spPr>
            <a:xfrm>
              <a:off x="155135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8"/>
            <p:cNvSpPr/>
            <p:nvPr/>
          </p:nvSpPr>
          <p:spPr>
            <a:xfrm>
              <a:off x="155135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8"/>
            <p:cNvSpPr/>
            <p:nvPr/>
          </p:nvSpPr>
          <p:spPr>
            <a:xfrm>
              <a:off x="155135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8"/>
            <p:cNvSpPr/>
            <p:nvPr/>
          </p:nvSpPr>
          <p:spPr>
            <a:xfrm>
              <a:off x="155135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8"/>
            <p:cNvSpPr/>
            <p:nvPr/>
          </p:nvSpPr>
          <p:spPr>
            <a:xfrm>
              <a:off x="155135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8"/>
            <p:cNvSpPr/>
            <p:nvPr/>
          </p:nvSpPr>
          <p:spPr>
            <a:xfrm>
              <a:off x="155135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8"/>
            <p:cNvSpPr/>
            <p:nvPr/>
          </p:nvSpPr>
          <p:spPr>
            <a:xfrm>
              <a:off x="155135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8"/>
            <p:cNvSpPr/>
            <p:nvPr/>
          </p:nvSpPr>
          <p:spPr>
            <a:xfrm>
              <a:off x="155135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8"/>
            <p:cNvSpPr/>
            <p:nvPr/>
          </p:nvSpPr>
          <p:spPr>
            <a:xfrm>
              <a:off x="155135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8"/>
            <p:cNvSpPr/>
            <p:nvPr/>
          </p:nvSpPr>
          <p:spPr>
            <a:xfrm>
              <a:off x="155135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8"/>
            <p:cNvSpPr/>
            <p:nvPr/>
          </p:nvSpPr>
          <p:spPr>
            <a:xfrm>
              <a:off x="155134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8"/>
            <p:cNvSpPr/>
            <p:nvPr/>
          </p:nvSpPr>
          <p:spPr>
            <a:xfrm>
              <a:off x="155134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8"/>
            <p:cNvSpPr/>
            <p:nvPr/>
          </p:nvSpPr>
          <p:spPr>
            <a:xfrm>
              <a:off x="155134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8"/>
            <p:cNvSpPr/>
            <p:nvPr/>
          </p:nvSpPr>
          <p:spPr>
            <a:xfrm>
              <a:off x="155134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8"/>
            <p:cNvSpPr/>
            <p:nvPr/>
          </p:nvSpPr>
          <p:spPr>
            <a:xfrm>
              <a:off x="155134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8"/>
            <p:cNvSpPr/>
            <p:nvPr/>
          </p:nvSpPr>
          <p:spPr>
            <a:xfrm>
              <a:off x="155134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8"/>
            <p:cNvSpPr/>
            <p:nvPr/>
          </p:nvSpPr>
          <p:spPr>
            <a:xfrm>
              <a:off x="155133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8"/>
            <p:cNvSpPr/>
            <p:nvPr/>
          </p:nvSpPr>
          <p:spPr>
            <a:xfrm>
              <a:off x="155133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8"/>
            <p:cNvSpPr/>
            <p:nvPr/>
          </p:nvSpPr>
          <p:spPr>
            <a:xfrm>
              <a:off x="179705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8"/>
            <p:cNvSpPr/>
            <p:nvPr/>
          </p:nvSpPr>
          <p:spPr>
            <a:xfrm>
              <a:off x="179705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8"/>
            <p:cNvSpPr/>
            <p:nvPr/>
          </p:nvSpPr>
          <p:spPr>
            <a:xfrm>
              <a:off x="179705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8"/>
            <p:cNvSpPr/>
            <p:nvPr/>
          </p:nvSpPr>
          <p:spPr>
            <a:xfrm>
              <a:off x="179705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8"/>
            <p:cNvSpPr/>
            <p:nvPr/>
          </p:nvSpPr>
          <p:spPr>
            <a:xfrm>
              <a:off x="179705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8"/>
            <p:cNvSpPr/>
            <p:nvPr/>
          </p:nvSpPr>
          <p:spPr>
            <a:xfrm>
              <a:off x="179705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8"/>
            <p:cNvSpPr/>
            <p:nvPr/>
          </p:nvSpPr>
          <p:spPr>
            <a:xfrm>
              <a:off x="179705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8"/>
            <p:cNvSpPr/>
            <p:nvPr/>
          </p:nvSpPr>
          <p:spPr>
            <a:xfrm>
              <a:off x="179705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8"/>
            <p:cNvSpPr/>
            <p:nvPr/>
          </p:nvSpPr>
          <p:spPr>
            <a:xfrm>
              <a:off x="179705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8"/>
            <p:cNvSpPr/>
            <p:nvPr/>
          </p:nvSpPr>
          <p:spPr>
            <a:xfrm>
              <a:off x="179705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1" name="Google Shape;5151;p8"/>
            <p:cNvSpPr/>
            <p:nvPr/>
          </p:nvSpPr>
          <p:spPr>
            <a:xfrm>
              <a:off x="179705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2" name="Google Shape;5152;p8"/>
            <p:cNvSpPr/>
            <p:nvPr/>
          </p:nvSpPr>
          <p:spPr>
            <a:xfrm>
              <a:off x="179705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8"/>
            <p:cNvSpPr/>
            <p:nvPr/>
          </p:nvSpPr>
          <p:spPr>
            <a:xfrm>
              <a:off x="179703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8"/>
            <p:cNvSpPr/>
            <p:nvPr/>
          </p:nvSpPr>
          <p:spPr>
            <a:xfrm>
              <a:off x="179703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8"/>
            <p:cNvSpPr/>
            <p:nvPr/>
          </p:nvSpPr>
          <p:spPr>
            <a:xfrm>
              <a:off x="179703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8"/>
            <p:cNvSpPr/>
            <p:nvPr/>
          </p:nvSpPr>
          <p:spPr>
            <a:xfrm>
              <a:off x="179703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8"/>
            <p:cNvSpPr/>
            <p:nvPr/>
          </p:nvSpPr>
          <p:spPr>
            <a:xfrm>
              <a:off x="179703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8"/>
            <p:cNvSpPr/>
            <p:nvPr/>
          </p:nvSpPr>
          <p:spPr>
            <a:xfrm>
              <a:off x="179703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8"/>
            <p:cNvSpPr/>
            <p:nvPr/>
          </p:nvSpPr>
          <p:spPr>
            <a:xfrm>
              <a:off x="179702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8"/>
            <p:cNvSpPr/>
            <p:nvPr/>
          </p:nvSpPr>
          <p:spPr>
            <a:xfrm>
              <a:off x="179702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8"/>
            <p:cNvSpPr/>
            <p:nvPr/>
          </p:nvSpPr>
          <p:spPr>
            <a:xfrm>
              <a:off x="204274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8"/>
            <p:cNvSpPr/>
            <p:nvPr/>
          </p:nvSpPr>
          <p:spPr>
            <a:xfrm>
              <a:off x="204274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8"/>
            <p:cNvSpPr/>
            <p:nvPr/>
          </p:nvSpPr>
          <p:spPr>
            <a:xfrm>
              <a:off x="204274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164;p8"/>
            <p:cNvSpPr/>
            <p:nvPr/>
          </p:nvSpPr>
          <p:spPr>
            <a:xfrm>
              <a:off x="204274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165;p8"/>
            <p:cNvSpPr/>
            <p:nvPr/>
          </p:nvSpPr>
          <p:spPr>
            <a:xfrm>
              <a:off x="204274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166;p8"/>
            <p:cNvSpPr/>
            <p:nvPr/>
          </p:nvSpPr>
          <p:spPr>
            <a:xfrm>
              <a:off x="204274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8"/>
            <p:cNvSpPr/>
            <p:nvPr/>
          </p:nvSpPr>
          <p:spPr>
            <a:xfrm>
              <a:off x="204274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168;p8"/>
            <p:cNvSpPr/>
            <p:nvPr/>
          </p:nvSpPr>
          <p:spPr>
            <a:xfrm>
              <a:off x="204274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8"/>
            <p:cNvSpPr/>
            <p:nvPr/>
          </p:nvSpPr>
          <p:spPr>
            <a:xfrm>
              <a:off x="204274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8"/>
            <p:cNvSpPr/>
            <p:nvPr/>
          </p:nvSpPr>
          <p:spPr>
            <a:xfrm>
              <a:off x="204274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171;p8"/>
            <p:cNvSpPr/>
            <p:nvPr/>
          </p:nvSpPr>
          <p:spPr>
            <a:xfrm>
              <a:off x="204274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5172;p8"/>
            <p:cNvSpPr/>
            <p:nvPr/>
          </p:nvSpPr>
          <p:spPr>
            <a:xfrm>
              <a:off x="204274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8"/>
            <p:cNvSpPr/>
            <p:nvPr/>
          </p:nvSpPr>
          <p:spPr>
            <a:xfrm>
              <a:off x="204273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8"/>
            <p:cNvSpPr/>
            <p:nvPr/>
          </p:nvSpPr>
          <p:spPr>
            <a:xfrm>
              <a:off x="204273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8"/>
            <p:cNvSpPr/>
            <p:nvPr/>
          </p:nvSpPr>
          <p:spPr>
            <a:xfrm>
              <a:off x="204273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8"/>
            <p:cNvSpPr/>
            <p:nvPr/>
          </p:nvSpPr>
          <p:spPr>
            <a:xfrm>
              <a:off x="204273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8"/>
            <p:cNvSpPr/>
            <p:nvPr/>
          </p:nvSpPr>
          <p:spPr>
            <a:xfrm>
              <a:off x="204273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8"/>
            <p:cNvSpPr/>
            <p:nvPr/>
          </p:nvSpPr>
          <p:spPr>
            <a:xfrm>
              <a:off x="204273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8"/>
            <p:cNvSpPr/>
            <p:nvPr/>
          </p:nvSpPr>
          <p:spPr>
            <a:xfrm>
              <a:off x="204272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8"/>
            <p:cNvSpPr/>
            <p:nvPr/>
          </p:nvSpPr>
          <p:spPr>
            <a:xfrm>
              <a:off x="204272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8"/>
            <p:cNvSpPr/>
            <p:nvPr/>
          </p:nvSpPr>
          <p:spPr>
            <a:xfrm>
              <a:off x="228844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8"/>
            <p:cNvSpPr/>
            <p:nvPr/>
          </p:nvSpPr>
          <p:spPr>
            <a:xfrm>
              <a:off x="228844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8"/>
            <p:cNvSpPr/>
            <p:nvPr/>
          </p:nvSpPr>
          <p:spPr>
            <a:xfrm>
              <a:off x="228844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8"/>
            <p:cNvSpPr/>
            <p:nvPr/>
          </p:nvSpPr>
          <p:spPr>
            <a:xfrm>
              <a:off x="228844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8"/>
            <p:cNvSpPr/>
            <p:nvPr/>
          </p:nvSpPr>
          <p:spPr>
            <a:xfrm>
              <a:off x="228844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8"/>
            <p:cNvSpPr/>
            <p:nvPr/>
          </p:nvSpPr>
          <p:spPr>
            <a:xfrm>
              <a:off x="228844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8"/>
            <p:cNvSpPr/>
            <p:nvPr/>
          </p:nvSpPr>
          <p:spPr>
            <a:xfrm>
              <a:off x="228844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8"/>
            <p:cNvSpPr/>
            <p:nvPr/>
          </p:nvSpPr>
          <p:spPr>
            <a:xfrm>
              <a:off x="228844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189;p8"/>
            <p:cNvSpPr/>
            <p:nvPr/>
          </p:nvSpPr>
          <p:spPr>
            <a:xfrm>
              <a:off x="228844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190;p8"/>
            <p:cNvSpPr/>
            <p:nvPr/>
          </p:nvSpPr>
          <p:spPr>
            <a:xfrm>
              <a:off x="228844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8"/>
            <p:cNvSpPr/>
            <p:nvPr/>
          </p:nvSpPr>
          <p:spPr>
            <a:xfrm>
              <a:off x="228844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8"/>
            <p:cNvSpPr/>
            <p:nvPr/>
          </p:nvSpPr>
          <p:spPr>
            <a:xfrm>
              <a:off x="228844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8"/>
            <p:cNvSpPr/>
            <p:nvPr/>
          </p:nvSpPr>
          <p:spPr>
            <a:xfrm>
              <a:off x="228842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8"/>
            <p:cNvSpPr/>
            <p:nvPr/>
          </p:nvSpPr>
          <p:spPr>
            <a:xfrm>
              <a:off x="228842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8"/>
            <p:cNvSpPr/>
            <p:nvPr/>
          </p:nvSpPr>
          <p:spPr>
            <a:xfrm>
              <a:off x="228842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8"/>
            <p:cNvSpPr/>
            <p:nvPr/>
          </p:nvSpPr>
          <p:spPr>
            <a:xfrm>
              <a:off x="228842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8"/>
            <p:cNvSpPr/>
            <p:nvPr/>
          </p:nvSpPr>
          <p:spPr>
            <a:xfrm>
              <a:off x="228842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8"/>
            <p:cNvSpPr/>
            <p:nvPr/>
          </p:nvSpPr>
          <p:spPr>
            <a:xfrm>
              <a:off x="228842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8"/>
            <p:cNvSpPr/>
            <p:nvPr/>
          </p:nvSpPr>
          <p:spPr>
            <a:xfrm>
              <a:off x="228841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8"/>
            <p:cNvSpPr/>
            <p:nvPr/>
          </p:nvSpPr>
          <p:spPr>
            <a:xfrm>
              <a:off x="228841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8"/>
            <p:cNvSpPr/>
            <p:nvPr/>
          </p:nvSpPr>
          <p:spPr>
            <a:xfrm>
              <a:off x="253413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8"/>
            <p:cNvSpPr/>
            <p:nvPr/>
          </p:nvSpPr>
          <p:spPr>
            <a:xfrm>
              <a:off x="253413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8"/>
            <p:cNvSpPr/>
            <p:nvPr/>
          </p:nvSpPr>
          <p:spPr>
            <a:xfrm>
              <a:off x="253413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8"/>
            <p:cNvSpPr/>
            <p:nvPr/>
          </p:nvSpPr>
          <p:spPr>
            <a:xfrm>
              <a:off x="253413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8"/>
            <p:cNvSpPr/>
            <p:nvPr/>
          </p:nvSpPr>
          <p:spPr>
            <a:xfrm>
              <a:off x="253413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8"/>
            <p:cNvSpPr/>
            <p:nvPr/>
          </p:nvSpPr>
          <p:spPr>
            <a:xfrm>
              <a:off x="253413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8"/>
            <p:cNvSpPr/>
            <p:nvPr/>
          </p:nvSpPr>
          <p:spPr>
            <a:xfrm>
              <a:off x="253413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8"/>
            <p:cNvSpPr/>
            <p:nvPr/>
          </p:nvSpPr>
          <p:spPr>
            <a:xfrm>
              <a:off x="253413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8"/>
            <p:cNvSpPr/>
            <p:nvPr/>
          </p:nvSpPr>
          <p:spPr>
            <a:xfrm>
              <a:off x="253413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8"/>
            <p:cNvSpPr/>
            <p:nvPr/>
          </p:nvSpPr>
          <p:spPr>
            <a:xfrm>
              <a:off x="253413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8"/>
            <p:cNvSpPr/>
            <p:nvPr/>
          </p:nvSpPr>
          <p:spPr>
            <a:xfrm>
              <a:off x="253413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8"/>
            <p:cNvSpPr/>
            <p:nvPr/>
          </p:nvSpPr>
          <p:spPr>
            <a:xfrm>
              <a:off x="253413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8"/>
            <p:cNvSpPr/>
            <p:nvPr/>
          </p:nvSpPr>
          <p:spPr>
            <a:xfrm>
              <a:off x="25341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8"/>
            <p:cNvSpPr/>
            <p:nvPr/>
          </p:nvSpPr>
          <p:spPr>
            <a:xfrm>
              <a:off x="25341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8"/>
            <p:cNvSpPr/>
            <p:nvPr/>
          </p:nvSpPr>
          <p:spPr>
            <a:xfrm>
              <a:off x="25341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8"/>
            <p:cNvSpPr/>
            <p:nvPr/>
          </p:nvSpPr>
          <p:spPr>
            <a:xfrm>
              <a:off x="25341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8"/>
            <p:cNvSpPr/>
            <p:nvPr/>
          </p:nvSpPr>
          <p:spPr>
            <a:xfrm>
              <a:off x="25341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8"/>
            <p:cNvSpPr/>
            <p:nvPr/>
          </p:nvSpPr>
          <p:spPr>
            <a:xfrm>
              <a:off x="25341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8"/>
            <p:cNvSpPr/>
            <p:nvPr/>
          </p:nvSpPr>
          <p:spPr>
            <a:xfrm>
              <a:off x="25341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8"/>
            <p:cNvSpPr/>
            <p:nvPr/>
          </p:nvSpPr>
          <p:spPr>
            <a:xfrm>
              <a:off x="25341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8"/>
            <p:cNvSpPr/>
            <p:nvPr/>
          </p:nvSpPr>
          <p:spPr>
            <a:xfrm>
              <a:off x="277983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8"/>
            <p:cNvSpPr/>
            <p:nvPr/>
          </p:nvSpPr>
          <p:spPr>
            <a:xfrm>
              <a:off x="277983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8"/>
            <p:cNvSpPr/>
            <p:nvPr/>
          </p:nvSpPr>
          <p:spPr>
            <a:xfrm>
              <a:off x="277983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8"/>
            <p:cNvSpPr/>
            <p:nvPr/>
          </p:nvSpPr>
          <p:spPr>
            <a:xfrm>
              <a:off x="277983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8"/>
            <p:cNvSpPr/>
            <p:nvPr/>
          </p:nvSpPr>
          <p:spPr>
            <a:xfrm>
              <a:off x="277983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8"/>
            <p:cNvSpPr/>
            <p:nvPr/>
          </p:nvSpPr>
          <p:spPr>
            <a:xfrm>
              <a:off x="277983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8"/>
            <p:cNvSpPr/>
            <p:nvPr/>
          </p:nvSpPr>
          <p:spPr>
            <a:xfrm>
              <a:off x="277983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8"/>
            <p:cNvSpPr/>
            <p:nvPr/>
          </p:nvSpPr>
          <p:spPr>
            <a:xfrm>
              <a:off x="277983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8"/>
            <p:cNvSpPr/>
            <p:nvPr/>
          </p:nvSpPr>
          <p:spPr>
            <a:xfrm>
              <a:off x="277983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8"/>
            <p:cNvSpPr/>
            <p:nvPr/>
          </p:nvSpPr>
          <p:spPr>
            <a:xfrm>
              <a:off x="277983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8"/>
            <p:cNvSpPr/>
            <p:nvPr/>
          </p:nvSpPr>
          <p:spPr>
            <a:xfrm>
              <a:off x="277983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8"/>
            <p:cNvSpPr/>
            <p:nvPr/>
          </p:nvSpPr>
          <p:spPr>
            <a:xfrm>
              <a:off x="277983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8"/>
            <p:cNvSpPr/>
            <p:nvPr/>
          </p:nvSpPr>
          <p:spPr>
            <a:xfrm>
              <a:off x="277981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8"/>
            <p:cNvSpPr/>
            <p:nvPr/>
          </p:nvSpPr>
          <p:spPr>
            <a:xfrm>
              <a:off x="277981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8"/>
            <p:cNvSpPr/>
            <p:nvPr/>
          </p:nvSpPr>
          <p:spPr>
            <a:xfrm>
              <a:off x="277981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8"/>
            <p:cNvSpPr/>
            <p:nvPr/>
          </p:nvSpPr>
          <p:spPr>
            <a:xfrm>
              <a:off x="277981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8"/>
            <p:cNvSpPr/>
            <p:nvPr/>
          </p:nvSpPr>
          <p:spPr>
            <a:xfrm>
              <a:off x="277981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8"/>
            <p:cNvSpPr/>
            <p:nvPr/>
          </p:nvSpPr>
          <p:spPr>
            <a:xfrm>
              <a:off x="277981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8"/>
            <p:cNvSpPr/>
            <p:nvPr/>
          </p:nvSpPr>
          <p:spPr>
            <a:xfrm>
              <a:off x="277980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5240;p8"/>
            <p:cNvSpPr/>
            <p:nvPr/>
          </p:nvSpPr>
          <p:spPr>
            <a:xfrm>
              <a:off x="277980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8"/>
            <p:cNvSpPr/>
            <p:nvPr/>
          </p:nvSpPr>
          <p:spPr>
            <a:xfrm>
              <a:off x="302552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8"/>
            <p:cNvSpPr/>
            <p:nvPr/>
          </p:nvSpPr>
          <p:spPr>
            <a:xfrm>
              <a:off x="302552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8"/>
            <p:cNvSpPr/>
            <p:nvPr/>
          </p:nvSpPr>
          <p:spPr>
            <a:xfrm>
              <a:off x="302552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8"/>
            <p:cNvSpPr/>
            <p:nvPr/>
          </p:nvSpPr>
          <p:spPr>
            <a:xfrm>
              <a:off x="302552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8"/>
            <p:cNvSpPr/>
            <p:nvPr/>
          </p:nvSpPr>
          <p:spPr>
            <a:xfrm>
              <a:off x="302552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8"/>
            <p:cNvSpPr/>
            <p:nvPr/>
          </p:nvSpPr>
          <p:spPr>
            <a:xfrm>
              <a:off x="302552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8"/>
            <p:cNvSpPr/>
            <p:nvPr/>
          </p:nvSpPr>
          <p:spPr>
            <a:xfrm>
              <a:off x="302552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8"/>
            <p:cNvSpPr/>
            <p:nvPr/>
          </p:nvSpPr>
          <p:spPr>
            <a:xfrm>
              <a:off x="302552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8"/>
            <p:cNvSpPr/>
            <p:nvPr/>
          </p:nvSpPr>
          <p:spPr>
            <a:xfrm>
              <a:off x="302552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8"/>
            <p:cNvSpPr/>
            <p:nvPr/>
          </p:nvSpPr>
          <p:spPr>
            <a:xfrm>
              <a:off x="302552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8"/>
            <p:cNvSpPr/>
            <p:nvPr/>
          </p:nvSpPr>
          <p:spPr>
            <a:xfrm>
              <a:off x="302552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8"/>
            <p:cNvSpPr/>
            <p:nvPr/>
          </p:nvSpPr>
          <p:spPr>
            <a:xfrm>
              <a:off x="302552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8"/>
            <p:cNvSpPr/>
            <p:nvPr/>
          </p:nvSpPr>
          <p:spPr>
            <a:xfrm>
              <a:off x="302551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8"/>
            <p:cNvSpPr/>
            <p:nvPr/>
          </p:nvSpPr>
          <p:spPr>
            <a:xfrm>
              <a:off x="302551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8"/>
            <p:cNvSpPr/>
            <p:nvPr/>
          </p:nvSpPr>
          <p:spPr>
            <a:xfrm>
              <a:off x="302551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8"/>
            <p:cNvSpPr/>
            <p:nvPr/>
          </p:nvSpPr>
          <p:spPr>
            <a:xfrm>
              <a:off x="302551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8"/>
            <p:cNvSpPr/>
            <p:nvPr/>
          </p:nvSpPr>
          <p:spPr>
            <a:xfrm>
              <a:off x="302551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8"/>
            <p:cNvSpPr/>
            <p:nvPr/>
          </p:nvSpPr>
          <p:spPr>
            <a:xfrm>
              <a:off x="302551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8"/>
            <p:cNvSpPr/>
            <p:nvPr/>
          </p:nvSpPr>
          <p:spPr>
            <a:xfrm>
              <a:off x="302550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8"/>
            <p:cNvSpPr/>
            <p:nvPr/>
          </p:nvSpPr>
          <p:spPr>
            <a:xfrm>
              <a:off x="302550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5261;p8"/>
            <p:cNvSpPr/>
            <p:nvPr/>
          </p:nvSpPr>
          <p:spPr>
            <a:xfrm>
              <a:off x="327122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5262;p8"/>
            <p:cNvSpPr/>
            <p:nvPr/>
          </p:nvSpPr>
          <p:spPr>
            <a:xfrm>
              <a:off x="327122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8"/>
            <p:cNvSpPr/>
            <p:nvPr/>
          </p:nvSpPr>
          <p:spPr>
            <a:xfrm>
              <a:off x="327122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8"/>
            <p:cNvSpPr/>
            <p:nvPr/>
          </p:nvSpPr>
          <p:spPr>
            <a:xfrm>
              <a:off x="327122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8"/>
            <p:cNvSpPr/>
            <p:nvPr/>
          </p:nvSpPr>
          <p:spPr>
            <a:xfrm>
              <a:off x="327122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8"/>
            <p:cNvSpPr/>
            <p:nvPr/>
          </p:nvSpPr>
          <p:spPr>
            <a:xfrm>
              <a:off x="327122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8"/>
            <p:cNvSpPr/>
            <p:nvPr/>
          </p:nvSpPr>
          <p:spPr>
            <a:xfrm>
              <a:off x="327122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8"/>
            <p:cNvSpPr/>
            <p:nvPr/>
          </p:nvSpPr>
          <p:spPr>
            <a:xfrm>
              <a:off x="327122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8"/>
            <p:cNvSpPr/>
            <p:nvPr/>
          </p:nvSpPr>
          <p:spPr>
            <a:xfrm>
              <a:off x="327122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8"/>
            <p:cNvSpPr/>
            <p:nvPr/>
          </p:nvSpPr>
          <p:spPr>
            <a:xfrm>
              <a:off x="327122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8"/>
            <p:cNvSpPr/>
            <p:nvPr/>
          </p:nvSpPr>
          <p:spPr>
            <a:xfrm>
              <a:off x="327122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8"/>
            <p:cNvSpPr/>
            <p:nvPr/>
          </p:nvSpPr>
          <p:spPr>
            <a:xfrm>
              <a:off x="327122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8"/>
            <p:cNvSpPr/>
            <p:nvPr/>
          </p:nvSpPr>
          <p:spPr>
            <a:xfrm>
              <a:off x="327121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8"/>
            <p:cNvSpPr/>
            <p:nvPr/>
          </p:nvSpPr>
          <p:spPr>
            <a:xfrm>
              <a:off x="327121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8"/>
            <p:cNvSpPr/>
            <p:nvPr/>
          </p:nvSpPr>
          <p:spPr>
            <a:xfrm>
              <a:off x="327121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8"/>
            <p:cNvSpPr/>
            <p:nvPr/>
          </p:nvSpPr>
          <p:spPr>
            <a:xfrm>
              <a:off x="327121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8"/>
            <p:cNvSpPr/>
            <p:nvPr/>
          </p:nvSpPr>
          <p:spPr>
            <a:xfrm>
              <a:off x="327121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8"/>
            <p:cNvSpPr/>
            <p:nvPr/>
          </p:nvSpPr>
          <p:spPr>
            <a:xfrm>
              <a:off x="327121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5279;p8"/>
            <p:cNvSpPr/>
            <p:nvPr/>
          </p:nvSpPr>
          <p:spPr>
            <a:xfrm>
              <a:off x="327119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0" name="Google Shape;5280;p8"/>
            <p:cNvSpPr/>
            <p:nvPr/>
          </p:nvSpPr>
          <p:spPr>
            <a:xfrm>
              <a:off x="327119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8"/>
            <p:cNvSpPr/>
            <p:nvPr/>
          </p:nvSpPr>
          <p:spPr>
            <a:xfrm>
              <a:off x="351691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8"/>
            <p:cNvSpPr/>
            <p:nvPr/>
          </p:nvSpPr>
          <p:spPr>
            <a:xfrm>
              <a:off x="351691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8"/>
            <p:cNvSpPr/>
            <p:nvPr/>
          </p:nvSpPr>
          <p:spPr>
            <a:xfrm>
              <a:off x="351691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8"/>
            <p:cNvSpPr/>
            <p:nvPr/>
          </p:nvSpPr>
          <p:spPr>
            <a:xfrm>
              <a:off x="351691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8"/>
            <p:cNvSpPr/>
            <p:nvPr/>
          </p:nvSpPr>
          <p:spPr>
            <a:xfrm>
              <a:off x="351691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8"/>
            <p:cNvSpPr/>
            <p:nvPr/>
          </p:nvSpPr>
          <p:spPr>
            <a:xfrm>
              <a:off x="351691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5287;p8"/>
            <p:cNvSpPr/>
            <p:nvPr/>
          </p:nvSpPr>
          <p:spPr>
            <a:xfrm>
              <a:off x="351691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8" name="Google Shape;5288;p8"/>
            <p:cNvSpPr/>
            <p:nvPr/>
          </p:nvSpPr>
          <p:spPr>
            <a:xfrm>
              <a:off x="351691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5289;p8"/>
            <p:cNvSpPr/>
            <p:nvPr/>
          </p:nvSpPr>
          <p:spPr>
            <a:xfrm>
              <a:off x="351691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5290;p8"/>
            <p:cNvSpPr/>
            <p:nvPr/>
          </p:nvSpPr>
          <p:spPr>
            <a:xfrm>
              <a:off x="351691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5291;p8"/>
            <p:cNvSpPr/>
            <p:nvPr/>
          </p:nvSpPr>
          <p:spPr>
            <a:xfrm>
              <a:off x="351691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8"/>
            <p:cNvSpPr/>
            <p:nvPr/>
          </p:nvSpPr>
          <p:spPr>
            <a:xfrm>
              <a:off x="351691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8"/>
            <p:cNvSpPr/>
            <p:nvPr/>
          </p:nvSpPr>
          <p:spPr>
            <a:xfrm>
              <a:off x="351690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8"/>
            <p:cNvSpPr/>
            <p:nvPr/>
          </p:nvSpPr>
          <p:spPr>
            <a:xfrm>
              <a:off x="351690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8"/>
            <p:cNvSpPr/>
            <p:nvPr/>
          </p:nvSpPr>
          <p:spPr>
            <a:xfrm>
              <a:off x="351690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8"/>
            <p:cNvSpPr/>
            <p:nvPr/>
          </p:nvSpPr>
          <p:spPr>
            <a:xfrm>
              <a:off x="351690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5297;p8"/>
            <p:cNvSpPr/>
            <p:nvPr/>
          </p:nvSpPr>
          <p:spPr>
            <a:xfrm>
              <a:off x="351690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5298;p8"/>
            <p:cNvSpPr/>
            <p:nvPr/>
          </p:nvSpPr>
          <p:spPr>
            <a:xfrm>
              <a:off x="351690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5299;p8"/>
            <p:cNvSpPr/>
            <p:nvPr/>
          </p:nvSpPr>
          <p:spPr>
            <a:xfrm>
              <a:off x="351689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5300;p8"/>
            <p:cNvSpPr/>
            <p:nvPr/>
          </p:nvSpPr>
          <p:spPr>
            <a:xfrm>
              <a:off x="351689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5301;p8"/>
            <p:cNvSpPr/>
            <p:nvPr/>
          </p:nvSpPr>
          <p:spPr>
            <a:xfrm>
              <a:off x="37626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8"/>
            <p:cNvSpPr/>
            <p:nvPr/>
          </p:nvSpPr>
          <p:spPr>
            <a:xfrm>
              <a:off x="37626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3" name="Google Shape;5303;p8"/>
            <p:cNvSpPr/>
            <p:nvPr/>
          </p:nvSpPr>
          <p:spPr>
            <a:xfrm>
              <a:off x="37626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4" name="Google Shape;5304;p8"/>
            <p:cNvSpPr/>
            <p:nvPr/>
          </p:nvSpPr>
          <p:spPr>
            <a:xfrm>
              <a:off x="37626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5" name="Google Shape;5305;p8"/>
            <p:cNvSpPr/>
            <p:nvPr/>
          </p:nvSpPr>
          <p:spPr>
            <a:xfrm>
              <a:off x="37626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6" name="Google Shape;5306;p8"/>
            <p:cNvSpPr/>
            <p:nvPr/>
          </p:nvSpPr>
          <p:spPr>
            <a:xfrm>
              <a:off x="37626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7" name="Google Shape;5307;p8"/>
            <p:cNvSpPr/>
            <p:nvPr/>
          </p:nvSpPr>
          <p:spPr>
            <a:xfrm>
              <a:off x="37626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8" name="Google Shape;5308;p8"/>
            <p:cNvSpPr/>
            <p:nvPr/>
          </p:nvSpPr>
          <p:spPr>
            <a:xfrm>
              <a:off x="37626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9" name="Google Shape;5309;p8"/>
            <p:cNvSpPr/>
            <p:nvPr/>
          </p:nvSpPr>
          <p:spPr>
            <a:xfrm>
              <a:off x="37626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0" name="Google Shape;5310;p8"/>
            <p:cNvSpPr/>
            <p:nvPr/>
          </p:nvSpPr>
          <p:spPr>
            <a:xfrm>
              <a:off x="37626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1" name="Google Shape;5311;p8"/>
            <p:cNvSpPr/>
            <p:nvPr/>
          </p:nvSpPr>
          <p:spPr>
            <a:xfrm>
              <a:off x="37626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2" name="Google Shape;5312;p8"/>
            <p:cNvSpPr/>
            <p:nvPr/>
          </p:nvSpPr>
          <p:spPr>
            <a:xfrm>
              <a:off x="37626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3" name="Google Shape;5313;p8"/>
            <p:cNvSpPr/>
            <p:nvPr/>
          </p:nvSpPr>
          <p:spPr>
            <a:xfrm>
              <a:off x="37626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4" name="Google Shape;5314;p8"/>
            <p:cNvSpPr/>
            <p:nvPr/>
          </p:nvSpPr>
          <p:spPr>
            <a:xfrm>
              <a:off x="37626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5" name="Google Shape;5315;p8"/>
            <p:cNvSpPr/>
            <p:nvPr/>
          </p:nvSpPr>
          <p:spPr>
            <a:xfrm>
              <a:off x="37626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6" name="Google Shape;5316;p8"/>
            <p:cNvSpPr/>
            <p:nvPr/>
          </p:nvSpPr>
          <p:spPr>
            <a:xfrm>
              <a:off x="37626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7" name="Google Shape;5317;p8"/>
            <p:cNvSpPr/>
            <p:nvPr/>
          </p:nvSpPr>
          <p:spPr>
            <a:xfrm>
              <a:off x="37626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8" name="Google Shape;5318;p8"/>
            <p:cNvSpPr/>
            <p:nvPr/>
          </p:nvSpPr>
          <p:spPr>
            <a:xfrm>
              <a:off x="37626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9" name="Google Shape;5319;p8"/>
            <p:cNvSpPr/>
            <p:nvPr/>
          </p:nvSpPr>
          <p:spPr>
            <a:xfrm>
              <a:off x="37625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0" name="Google Shape;5320;p8"/>
            <p:cNvSpPr/>
            <p:nvPr/>
          </p:nvSpPr>
          <p:spPr>
            <a:xfrm>
              <a:off x="37625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1" name="Google Shape;5321;p8"/>
            <p:cNvSpPr/>
            <p:nvPr/>
          </p:nvSpPr>
          <p:spPr>
            <a:xfrm>
              <a:off x="400830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2" name="Google Shape;5322;p8"/>
            <p:cNvSpPr/>
            <p:nvPr/>
          </p:nvSpPr>
          <p:spPr>
            <a:xfrm>
              <a:off x="400830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3" name="Google Shape;5323;p8"/>
            <p:cNvSpPr/>
            <p:nvPr/>
          </p:nvSpPr>
          <p:spPr>
            <a:xfrm>
              <a:off x="400830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5324;p8"/>
            <p:cNvSpPr/>
            <p:nvPr/>
          </p:nvSpPr>
          <p:spPr>
            <a:xfrm>
              <a:off x="400830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8"/>
            <p:cNvSpPr/>
            <p:nvPr/>
          </p:nvSpPr>
          <p:spPr>
            <a:xfrm>
              <a:off x="400830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8"/>
            <p:cNvSpPr/>
            <p:nvPr/>
          </p:nvSpPr>
          <p:spPr>
            <a:xfrm>
              <a:off x="400830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8"/>
            <p:cNvSpPr/>
            <p:nvPr/>
          </p:nvSpPr>
          <p:spPr>
            <a:xfrm>
              <a:off x="400830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8"/>
            <p:cNvSpPr/>
            <p:nvPr/>
          </p:nvSpPr>
          <p:spPr>
            <a:xfrm>
              <a:off x="400830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5329;p8"/>
            <p:cNvSpPr/>
            <p:nvPr/>
          </p:nvSpPr>
          <p:spPr>
            <a:xfrm>
              <a:off x="400830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5330;p8"/>
            <p:cNvSpPr/>
            <p:nvPr/>
          </p:nvSpPr>
          <p:spPr>
            <a:xfrm>
              <a:off x="400830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1" name="Google Shape;5331;p8"/>
            <p:cNvSpPr/>
            <p:nvPr/>
          </p:nvSpPr>
          <p:spPr>
            <a:xfrm>
              <a:off x="400830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2" name="Google Shape;5332;p8"/>
            <p:cNvSpPr/>
            <p:nvPr/>
          </p:nvSpPr>
          <p:spPr>
            <a:xfrm>
              <a:off x="400830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3" name="Google Shape;5333;p8"/>
            <p:cNvSpPr/>
            <p:nvPr/>
          </p:nvSpPr>
          <p:spPr>
            <a:xfrm>
              <a:off x="400829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4" name="Google Shape;5334;p8"/>
            <p:cNvSpPr/>
            <p:nvPr/>
          </p:nvSpPr>
          <p:spPr>
            <a:xfrm>
              <a:off x="400829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5" name="Google Shape;5335;p8"/>
            <p:cNvSpPr/>
            <p:nvPr/>
          </p:nvSpPr>
          <p:spPr>
            <a:xfrm>
              <a:off x="400829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6" name="Google Shape;5336;p8"/>
            <p:cNvSpPr/>
            <p:nvPr/>
          </p:nvSpPr>
          <p:spPr>
            <a:xfrm>
              <a:off x="400829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7" name="Google Shape;5337;p8"/>
            <p:cNvSpPr/>
            <p:nvPr/>
          </p:nvSpPr>
          <p:spPr>
            <a:xfrm>
              <a:off x="400829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8" name="Google Shape;5338;p8"/>
            <p:cNvSpPr/>
            <p:nvPr/>
          </p:nvSpPr>
          <p:spPr>
            <a:xfrm>
              <a:off x="400829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5339;p8"/>
            <p:cNvSpPr/>
            <p:nvPr/>
          </p:nvSpPr>
          <p:spPr>
            <a:xfrm>
              <a:off x="400828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8"/>
            <p:cNvSpPr/>
            <p:nvPr/>
          </p:nvSpPr>
          <p:spPr>
            <a:xfrm>
              <a:off x="400828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8"/>
            <p:cNvSpPr/>
            <p:nvPr/>
          </p:nvSpPr>
          <p:spPr>
            <a:xfrm>
              <a:off x="425400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8"/>
            <p:cNvSpPr/>
            <p:nvPr/>
          </p:nvSpPr>
          <p:spPr>
            <a:xfrm>
              <a:off x="425400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8"/>
            <p:cNvSpPr/>
            <p:nvPr/>
          </p:nvSpPr>
          <p:spPr>
            <a:xfrm>
              <a:off x="425400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8"/>
            <p:cNvSpPr/>
            <p:nvPr/>
          </p:nvSpPr>
          <p:spPr>
            <a:xfrm>
              <a:off x="425400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8"/>
            <p:cNvSpPr/>
            <p:nvPr/>
          </p:nvSpPr>
          <p:spPr>
            <a:xfrm>
              <a:off x="425400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8"/>
            <p:cNvSpPr/>
            <p:nvPr/>
          </p:nvSpPr>
          <p:spPr>
            <a:xfrm>
              <a:off x="425400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8"/>
            <p:cNvSpPr/>
            <p:nvPr/>
          </p:nvSpPr>
          <p:spPr>
            <a:xfrm>
              <a:off x="425400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5348;p8"/>
            <p:cNvSpPr/>
            <p:nvPr/>
          </p:nvSpPr>
          <p:spPr>
            <a:xfrm>
              <a:off x="425400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5349;p8"/>
            <p:cNvSpPr/>
            <p:nvPr/>
          </p:nvSpPr>
          <p:spPr>
            <a:xfrm>
              <a:off x="425400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5350;p8"/>
            <p:cNvSpPr/>
            <p:nvPr/>
          </p:nvSpPr>
          <p:spPr>
            <a:xfrm>
              <a:off x="425400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5351;p8"/>
            <p:cNvSpPr/>
            <p:nvPr/>
          </p:nvSpPr>
          <p:spPr>
            <a:xfrm>
              <a:off x="425400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5352;p8"/>
            <p:cNvSpPr/>
            <p:nvPr/>
          </p:nvSpPr>
          <p:spPr>
            <a:xfrm>
              <a:off x="425400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5353;p8"/>
            <p:cNvSpPr/>
            <p:nvPr/>
          </p:nvSpPr>
          <p:spPr>
            <a:xfrm>
              <a:off x="4253991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8"/>
            <p:cNvSpPr/>
            <p:nvPr/>
          </p:nvSpPr>
          <p:spPr>
            <a:xfrm>
              <a:off x="4253991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8"/>
            <p:cNvSpPr/>
            <p:nvPr/>
          </p:nvSpPr>
          <p:spPr>
            <a:xfrm>
              <a:off x="4253991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5356;p8"/>
            <p:cNvSpPr/>
            <p:nvPr/>
          </p:nvSpPr>
          <p:spPr>
            <a:xfrm>
              <a:off x="4253991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5357;p8"/>
            <p:cNvSpPr/>
            <p:nvPr/>
          </p:nvSpPr>
          <p:spPr>
            <a:xfrm>
              <a:off x="4253991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8"/>
            <p:cNvSpPr/>
            <p:nvPr/>
          </p:nvSpPr>
          <p:spPr>
            <a:xfrm>
              <a:off x="4253991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8"/>
            <p:cNvSpPr/>
            <p:nvPr/>
          </p:nvSpPr>
          <p:spPr>
            <a:xfrm>
              <a:off x="425397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5360;p8"/>
            <p:cNvSpPr/>
            <p:nvPr/>
          </p:nvSpPr>
          <p:spPr>
            <a:xfrm>
              <a:off x="425397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5361;p8"/>
            <p:cNvSpPr/>
            <p:nvPr/>
          </p:nvSpPr>
          <p:spPr>
            <a:xfrm>
              <a:off x="449969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8"/>
            <p:cNvSpPr/>
            <p:nvPr/>
          </p:nvSpPr>
          <p:spPr>
            <a:xfrm>
              <a:off x="449969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8"/>
            <p:cNvSpPr/>
            <p:nvPr/>
          </p:nvSpPr>
          <p:spPr>
            <a:xfrm>
              <a:off x="449969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8"/>
            <p:cNvSpPr/>
            <p:nvPr/>
          </p:nvSpPr>
          <p:spPr>
            <a:xfrm>
              <a:off x="449969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8"/>
            <p:cNvSpPr/>
            <p:nvPr/>
          </p:nvSpPr>
          <p:spPr>
            <a:xfrm>
              <a:off x="449969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8"/>
            <p:cNvSpPr/>
            <p:nvPr/>
          </p:nvSpPr>
          <p:spPr>
            <a:xfrm>
              <a:off x="449969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8"/>
            <p:cNvSpPr/>
            <p:nvPr/>
          </p:nvSpPr>
          <p:spPr>
            <a:xfrm>
              <a:off x="449969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8"/>
            <p:cNvSpPr/>
            <p:nvPr/>
          </p:nvSpPr>
          <p:spPr>
            <a:xfrm>
              <a:off x="449969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8"/>
            <p:cNvSpPr/>
            <p:nvPr/>
          </p:nvSpPr>
          <p:spPr>
            <a:xfrm>
              <a:off x="449969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8"/>
            <p:cNvSpPr/>
            <p:nvPr/>
          </p:nvSpPr>
          <p:spPr>
            <a:xfrm>
              <a:off x="449969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8"/>
            <p:cNvSpPr/>
            <p:nvPr/>
          </p:nvSpPr>
          <p:spPr>
            <a:xfrm>
              <a:off x="449969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8"/>
            <p:cNvSpPr/>
            <p:nvPr/>
          </p:nvSpPr>
          <p:spPr>
            <a:xfrm>
              <a:off x="449969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8"/>
            <p:cNvSpPr/>
            <p:nvPr/>
          </p:nvSpPr>
          <p:spPr>
            <a:xfrm>
              <a:off x="449968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8"/>
            <p:cNvSpPr/>
            <p:nvPr/>
          </p:nvSpPr>
          <p:spPr>
            <a:xfrm>
              <a:off x="449968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8"/>
            <p:cNvSpPr/>
            <p:nvPr/>
          </p:nvSpPr>
          <p:spPr>
            <a:xfrm>
              <a:off x="449968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8"/>
            <p:cNvSpPr/>
            <p:nvPr/>
          </p:nvSpPr>
          <p:spPr>
            <a:xfrm>
              <a:off x="449968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8"/>
            <p:cNvSpPr/>
            <p:nvPr/>
          </p:nvSpPr>
          <p:spPr>
            <a:xfrm>
              <a:off x="449968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8"/>
            <p:cNvSpPr/>
            <p:nvPr/>
          </p:nvSpPr>
          <p:spPr>
            <a:xfrm>
              <a:off x="449968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8"/>
            <p:cNvSpPr/>
            <p:nvPr/>
          </p:nvSpPr>
          <p:spPr>
            <a:xfrm>
              <a:off x="449967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8"/>
            <p:cNvSpPr/>
            <p:nvPr/>
          </p:nvSpPr>
          <p:spPr>
            <a:xfrm>
              <a:off x="449967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8"/>
            <p:cNvSpPr/>
            <p:nvPr/>
          </p:nvSpPr>
          <p:spPr>
            <a:xfrm>
              <a:off x="474539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8"/>
            <p:cNvSpPr/>
            <p:nvPr/>
          </p:nvSpPr>
          <p:spPr>
            <a:xfrm>
              <a:off x="474539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8"/>
            <p:cNvSpPr/>
            <p:nvPr/>
          </p:nvSpPr>
          <p:spPr>
            <a:xfrm>
              <a:off x="474539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8"/>
            <p:cNvSpPr/>
            <p:nvPr/>
          </p:nvSpPr>
          <p:spPr>
            <a:xfrm>
              <a:off x="474539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8"/>
            <p:cNvSpPr/>
            <p:nvPr/>
          </p:nvSpPr>
          <p:spPr>
            <a:xfrm>
              <a:off x="474539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8"/>
            <p:cNvSpPr/>
            <p:nvPr/>
          </p:nvSpPr>
          <p:spPr>
            <a:xfrm>
              <a:off x="474539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8"/>
            <p:cNvSpPr/>
            <p:nvPr/>
          </p:nvSpPr>
          <p:spPr>
            <a:xfrm>
              <a:off x="474539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8"/>
            <p:cNvSpPr/>
            <p:nvPr/>
          </p:nvSpPr>
          <p:spPr>
            <a:xfrm>
              <a:off x="474539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8"/>
            <p:cNvSpPr/>
            <p:nvPr/>
          </p:nvSpPr>
          <p:spPr>
            <a:xfrm>
              <a:off x="474539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8"/>
            <p:cNvSpPr/>
            <p:nvPr/>
          </p:nvSpPr>
          <p:spPr>
            <a:xfrm>
              <a:off x="474539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8"/>
            <p:cNvSpPr/>
            <p:nvPr/>
          </p:nvSpPr>
          <p:spPr>
            <a:xfrm>
              <a:off x="474539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5392;p8"/>
            <p:cNvSpPr/>
            <p:nvPr/>
          </p:nvSpPr>
          <p:spPr>
            <a:xfrm>
              <a:off x="474539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8"/>
            <p:cNvSpPr/>
            <p:nvPr/>
          </p:nvSpPr>
          <p:spPr>
            <a:xfrm>
              <a:off x="4745381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8"/>
            <p:cNvSpPr/>
            <p:nvPr/>
          </p:nvSpPr>
          <p:spPr>
            <a:xfrm>
              <a:off x="4745381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8"/>
            <p:cNvSpPr/>
            <p:nvPr/>
          </p:nvSpPr>
          <p:spPr>
            <a:xfrm>
              <a:off x="4745381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8"/>
            <p:cNvSpPr/>
            <p:nvPr/>
          </p:nvSpPr>
          <p:spPr>
            <a:xfrm>
              <a:off x="4745381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8"/>
            <p:cNvSpPr/>
            <p:nvPr/>
          </p:nvSpPr>
          <p:spPr>
            <a:xfrm>
              <a:off x="4745381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5398;p8"/>
            <p:cNvSpPr/>
            <p:nvPr/>
          </p:nvSpPr>
          <p:spPr>
            <a:xfrm>
              <a:off x="4745381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5399;p8"/>
            <p:cNvSpPr/>
            <p:nvPr/>
          </p:nvSpPr>
          <p:spPr>
            <a:xfrm>
              <a:off x="474536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8"/>
            <p:cNvSpPr/>
            <p:nvPr/>
          </p:nvSpPr>
          <p:spPr>
            <a:xfrm>
              <a:off x="474536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8"/>
            <p:cNvSpPr/>
            <p:nvPr/>
          </p:nvSpPr>
          <p:spPr>
            <a:xfrm>
              <a:off x="4991089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8"/>
            <p:cNvSpPr/>
            <p:nvPr/>
          </p:nvSpPr>
          <p:spPr>
            <a:xfrm>
              <a:off x="4991089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8"/>
            <p:cNvSpPr/>
            <p:nvPr/>
          </p:nvSpPr>
          <p:spPr>
            <a:xfrm>
              <a:off x="4991089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8"/>
            <p:cNvSpPr/>
            <p:nvPr/>
          </p:nvSpPr>
          <p:spPr>
            <a:xfrm>
              <a:off x="4991089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8"/>
            <p:cNvSpPr/>
            <p:nvPr/>
          </p:nvSpPr>
          <p:spPr>
            <a:xfrm>
              <a:off x="4991089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8"/>
            <p:cNvSpPr/>
            <p:nvPr/>
          </p:nvSpPr>
          <p:spPr>
            <a:xfrm>
              <a:off x="4991089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8"/>
            <p:cNvSpPr/>
            <p:nvPr/>
          </p:nvSpPr>
          <p:spPr>
            <a:xfrm>
              <a:off x="4991089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8"/>
            <p:cNvSpPr/>
            <p:nvPr/>
          </p:nvSpPr>
          <p:spPr>
            <a:xfrm>
              <a:off x="4991089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8"/>
            <p:cNvSpPr/>
            <p:nvPr/>
          </p:nvSpPr>
          <p:spPr>
            <a:xfrm>
              <a:off x="4991089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8"/>
            <p:cNvSpPr/>
            <p:nvPr/>
          </p:nvSpPr>
          <p:spPr>
            <a:xfrm>
              <a:off x="4991089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8"/>
            <p:cNvSpPr/>
            <p:nvPr/>
          </p:nvSpPr>
          <p:spPr>
            <a:xfrm>
              <a:off x="4991089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8"/>
            <p:cNvSpPr/>
            <p:nvPr/>
          </p:nvSpPr>
          <p:spPr>
            <a:xfrm>
              <a:off x="4991089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8"/>
            <p:cNvSpPr/>
            <p:nvPr/>
          </p:nvSpPr>
          <p:spPr>
            <a:xfrm>
              <a:off x="499107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8"/>
            <p:cNvSpPr/>
            <p:nvPr/>
          </p:nvSpPr>
          <p:spPr>
            <a:xfrm>
              <a:off x="499107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5415;p8"/>
            <p:cNvSpPr/>
            <p:nvPr/>
          </p:nvSpPr>
          <p:spPr>
            <a:xfrm>
              <a:off x="499107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5416;p8"/>
            <p:cNvSpPr/>
            <p:nvPr/>
          </p:nvSpPr>
          <p:spPr>
            <a:xfrm>
              <a:off x="499107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8"/>
            <p:cNvSpPr/>
            <p:nvPr/>
          </p:nvSpPr>
          <p:spPr>
            <a:xfrm>
              <a:off x="499107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8"/>
            <p:cNvSpPr/>
            <p:nvPr/>
          </p:nvSpPr>
          <p:spPr>
            <a:xfrm>
              <a:off x="499107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8"/>
            <p:cNvSpPr/>
            <p:nvPr/>
          </p:nvSpPr>
          <p:spPr>
            <a:xfrm>
              <a:off x="499106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5420;p8"/>
            <p:cNvSpPr/>
            <p:nvPr/>
          </p:nvSpPr>
          <p:spPr>
            <a:xfrm>
              <a:off x="499106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8"/>
            <p:cNvSpPr/>
            <p:nvPr/>
          </p:nvSpPr>
          <p:spPr>
            <a:xfrm>
              <a:off x="523678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8"/>
            <p:cNvSpPr/>
            <p:nvPr/>
          </p:nvSpPr>
          <p:spPr>
            <a:xfrm>
              <a:off x="523678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5423;p8"/>
            <p:cNvSpPr/>
            <p:nvPr/>
          </p:nvSpPr>
          <p:spPr>
            <a:xfrm>
              <a:off x="523678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4" name="Google Shape;5424;p8"/>
            <p:cNvSpPr/>
            <p:nvPr/>
          </p:nvSpPr>
          <p:spPr>
            <a:xfrm>
              <a:off x="523678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5" name="Google Shape;5425;p8"/>
            <p:cNvSpPr/>
            <p:nvPr/>
          </p:nvSpPr>
          <p:spPr>
            <a:xfrm>
              <a:off x="523678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8"/>
            <p:cNvSpPr/>
            <p:nvPr/>
          </p:nvSpPr>
          <p:spPr>
            <a:xfrm>
              <a:off x="523678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8"/>
            <p:cNvSpPr/>
            <p:nvPr/>
          </p:nvSpPr>
          <p:spPr>
            <a:xfrm>
              <a:off x="523678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8"/>
            <p:cNvSpPr/>
            <p:nvPr/>
          </p:nvSpPr>
          <p:spPr>
            <a:xfrm>
              <a:off x="523678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8"/>
            <p:cNvSpPr/>
            <p:nvPr/>
          </p:nvSpPr>
          <p:spPr>
            <a:xfrm>
              <a:off x="523678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8"/>
            <p:cNvSpPr/>
            <p:nvPr/>
          </p:nvSpPr>
          <p:spPr>
            <a:xfrm>
              <a:off x="523678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8"/>
            <p:cNvSpPr/>
            <p:nvPr/>
          </p:nvSpPr>
          <p:spPr>
            <a:xfrm>
              <a:off x="523678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8"/>
            <p:cNvSpPr/>
            <p:nvPr/>
          </p:nvSpPr>
          <p:spPr>
            <a:xfrm>
              <a:off x="523678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8"/>
            <p:cNvSpPr/>
            <p:nvPr/>
          </p:nvSpPr>
          <p:spPr>
            <a:xfrm>
              <a:off x="523677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5434;p8"/>
            <p:cNvSpPr/>
            <p:nvPr/>
          </p:nvSpPr>
          <p:spPr>
            <a:xfrm>
              <a:off x="523677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5435;p8"/>
            <p:cNvSpPr/>
            <p:nvPr/>
          </p:nvSpPr>
          <p:spPr>
            <a:xfrm>
              <a:off x="523677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8"/>
            <p:cNvSpPr/>
            <p:nvPr/>
          </p:nvSpPr>
          <p:spPr>
            <a:xfrm>
              <a:off x="523677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5437;p8"/>
            <p:cNvSpPr/>
            <p:nvPr/>
          </p:nvSpPr>
          <p:spPr>
            <a:xfrm>
              <a:off x="523677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5438;p8"/>
            <p:cNvSpPr/>
            <p:nvPr/>
          </p:nvSpPr>
          <p:spPr>
            <a:xfrm>
              <a:off x="523677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5439;p8"/>
            <p:cNvSpPr/>
            <p:nvPr/>
          </p:nvSpPr>
          <p:spPr>
            <a:xfrm>
              <a:off x="523675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5440;p8"/>
            <p:cNvSpPr/>
            <p:nvPr/>
          </p:nvSpPr>
          <p:spPr>
            <a:xfrm>
              <a:off x="523675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5441;p8"/>
            <p:cNvSpPr/>
            <p:nvPr/>
          </p:nvSpPr>
          <p:spPr>
            <a:xfrm>
              <a:off x="5482479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5442;p8"/>
            <p:cNvSpPr/>
            <p:nvPr/>
          </p:nvSpPr>
          <p:spPr>
            <a:xfrm>
              <a:off x="5482479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5443;p8"/>
            <p:cNvSpPr/>
            <p:nvPr/>
          </p:nvSpPr>
          <p:spPr>
            <a:xfrm>
              <a:off x="5482479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4" name="Google Shape;5444;p8"/>
            <p:cNvSpPr/>
            <p:nvPr/>
          </p:nvSpPr>
          <p:spPr>
            <a:xfrm>
              <a:off x="5482479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5445;p8"/>
            <p:cNvSpPr/>
            <p:nvPr/>
          </p:nvSpPr>
          <p:spPr>
            <a:xfrm>
              <a:off x="5482479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6" name="Google Shape;5446;p8"/>
            <p:cNvSpPr/>
            <p:nvPr/>
          </p:nvSpPr>
          <p:spPr>
            <a:xfrm>
              <a:off x="5482479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7" name="Google Shape;5447;p8"/>
            <p:cNvSpPr/>
            <p:nvPr/>
          </p:nvSpPr>
          <p:spPr>
            <a:xfrm>
              <a:off x="5482479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8" name="Google Shape;5448;p8"/>
            <p:cNvSpPr/>
            <p:nvPr/>
          </p:nvSpPr>
          <p:spPr>
            <a:xfrm>
              <a:off x="5482479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5449;p8"/>
            <p:cNvSpPr/>
            <p:nvPr/>
          </p:nvSpPr>
          <p:spPr>
            <a:xfrm>
              <a:off x="5482479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0" name="Google Shape;5450;p8"/>
            <p:cNvSpPr/>
            <p:nvPr/>
          </p:nvSpPr>
          <p:spPr>
            <a:xfrm>
              <a:off x="5482479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1" name="Google Shape;5451;p8"/>
            <p:cNvSpPr/>
            <p:nvPr/>
          </p:nvSpPr>
          <p:spPr>
            <a:xfrm>
              <a:off x="5482479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5452;p8"/>
            <p:cNvSpPr/>
            <p:nvPr/>
          </p:nvSpPr>
          <p:spPr>
            <a:xfrm>
              <a:off x="5482479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3" name="Google Shape;5453;p8"/>
            <p:cNvSpPr/>
            <p:nvPr/>
          </p:nvSpPr>
          <p:spPr>
            <a:xfrm>
              <a:off x="5482467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4" name="Google Shape;5454;p8"/>
            <p:cNvSpPr/>
            <p:nvPr/>
          </p:nvSpPr>
          <p:spPr>
            <a:xfrm>
              <a:off x="5482467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5455;p8"/>
            <p:cNvSpPr/>
            <p:nvPr/>
          </p:nvSpPr>
          <p:spPr>
            <a:xfrm>
              <a:off x="5482467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5456;p8"/>
            <p:cNvSpPr/>
            <p:nvPr/>
          </p:nvSpPr>
          <p:spPr>
            <a:xfrm>
              <a:off x="5482467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7" name="Google Shape;5457;p8"/>
            <p:cNvSpPr/>
            <p:nvPr/>
          </p:nvSpPr>
          <p:spPr>
            <a:xfrm>
              <a:off x="5482467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5458;p8"/>
            <p:cNvSpPr/>
            <p:nvPr/>
          </p:nvSpPr>
          <p:spPr>
            <a:xfrm>
              <a:off x="5482467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9" name="Google Shape;5459;p8"/>
            <p:cNvSpPr/>
            <p:nvPr/>
          </p:nvSpPr>
          <p:spPr>
            <a:xfrm>
              <a:off x="548245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0" name="Google Shape;5460;p8"/>
            <p:cNvSpPr/>
            <p:nvPr/>
          </p:nvSpPr>
          <p:spPr>
            <a:xfrm>
              <a:off x="548245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1" name="Google Shape;5461;p8"/>
            <p:cNvSpPr/>
            <p:nvPr/>
          </p:nvSpPr>
          <p:spPr>
            <a:xfrm>
              <a:off x="572817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2" name="Google Shape;5462;p8"/>
            <p:cNvSpPr/>
            <p:nvPr/>
          </p:nvSpPr>
          <p:spPr>
            <a:xfrm>
              <a:off x="572817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3" name="Google Shape;5463;p8"/>
            <p:cNvSpPr/>
            <p:nvPr/>
          </p:nvSpPr>
          <p:spPr>
            <a:xfrm>
              <a:off x="572817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4" name="Google Shape;5464;p8"/>
            <p:cNvSpPr/>
            <p:nvPr/>
          </p:nvSpPr>
          <p:spPr>
            <a:xfrm>
              <a:off x="572817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5" name="Google Shape;5465;p8"/>
            <p:cNvSpPr/>
            <p:nvPr/>
          </p:nvSpPr>
          <p:spPr>
            <a:xfrm>
              <a:off x="572817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6" name="Google Shape;5466;p8"/>
            <p:cNvSpPr/>
            <p:nvPr/>
          </p:nvSpPr>
          <p:spPr>
            <a:xfrm>
              <a:off x="572817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7" name="Google Shape;5467;p8"/>
            <p:cNvSpPr/>
            <p:nvPr/>
          </p:nvSpPr>
          <p:spPr>
            <a:xfrm>
              <a:off x="572817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8" name="Google Shape;5468;p8"/>
            <p:cNvSpPr/>
            <p:nvPr/>
          </p:nvSpPr>
          <p:spPr>
            <a:xfrm>
              <a:off x="572817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9" name="Google Shape;5469;p8"/>
            <p:cNvSpPr/>
            <p:nvPr/>
          </p:nvSpPr>
          <p:spPr>
            <a:xfrm>
              <a:off x="572817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0" name="Google Shape;5470;p8"/>
            <p:cNvSpPr/>
            <p:nvPr/>
          </p:nvSpPr>
          <p:spPr>
            <a:xfrm>
              <a:off x="572817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1" name="Google Shape;5471;p8"/>
            <p:cNvSpPr/>
            <p:nvPr/>
          </p:nvSpPr>
          <p:spPr>
            <a:xfrm>
              <a:off x="572817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2" name="Google Shape;5472;p8"/>
            <p:cNvSpPr/>
            <p:nvPr/>
          </p:nvSpPr>
          <p:spPr>
            <a:xfrm>
              <a:off x="572817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3" name="Google Shape;5473;p8"/>
            <p:cNvSpPr/>
            <p:nvPr/>
          </p:nvSpPr>
          <p:spPr>
            <a:xfrm>
              <a:off x="572816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4" name="Google Shape;5474;p8"/>
            <p:cNvSpPr/>
            <p:nvPr/>
          </p:nvSpPr>
          <p:spPr>
            <a:xfrm>
              <a:off x="572816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5" name="Google Shape;5475;p8"/>
            <p:cNvSpPr/>
            <p:nvPr/>
          </p:nvSpPr>
          <p:spPr>
            <a:xfrm>
              <a:off x="572816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6" name="Google Shape;5476;p8"/>
            <p:cNvSpPr/>
            <p:nvPr/>
          </p:nvSpPr>
          <p:spPr>
            <a:xfrm>
              <a:off x="572816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7" name="Google Shape;5477;p8"/>
            <p:cNvSpPr/>
            <p:nvPr/>
          </p:nvSpPr>
          <p:spPr>
            <a:xfrm>
              <a:off x="572816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8" name="Google Shape;5478;p8"/>
            <p:cNvSpPr/>
            <p:nvPr/>
          </p:nvSpPr>
          <p:spPr>
            <a:xfrm>
              <a:off x="572816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5479;p8"/>
            <p:cNvSpPr/>
            <p:nvPr/>
          </p:nvSpPr>
          <p:spPr>
            <a:xfrm>
              <a:off x="572815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8"/>
            <p:cNvSpPr/>
            <p:nvPr/>
          </p:nvSpPr>
          <p:spPr>
            <a:xfrm>
              <a:off x="572815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1" name="Google Shape;5481;p8"/>
            <p:cNvSpPr/>
            <p:nvPr/>
          </p:nvSpPr>
          <p:spPr>
            <a:xfrm>
              <a:off x="597387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2" name="Google Shape;5482;p8"/>
            <p:cNvSpPr/>
            <p:nvPr/>
          </p:nvSpPr>
          <p:spPr>
            <a:xfrm>
              <a:off x="597387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3" name="Google Shape;5483;p8"/>
            <p:cNvSpPr/>
            <p:nvPr/>
          </p:nvSpPr>
          <p:spPr>
            <a:xfrm>
              <a:off x="597387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4" name="Google Shape;5484;p8"/>
            <p:cNvSpPr/>
            <p:nvPr/>
          </p:nvSpPr>
          <p:spPr>
            <a:xfrm>
              <a:off x="597387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5" name="Google Shape;5485;p8"/>
            <p:cNvSpPr/>
            <p:nvPr/>
          </p:nvSpPr>
          <p:spPr>
            <a:xfrm>
              <a:off x="597387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6" name="Google Shape;5486;p8"/>
            <p:cNvSpPr/>
            <p:nvPr/>
          </p:nvSpPr>
          <p:spPr>
            <a:xfrm>
              <a:off x="597387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7" name="Google Shape;5487;p8"/>
            <p:cNvSpPr/>
            <p:nvPr/>
          </p:nvSpPr>
          <p:spPr>
            <a:xfrm>
              <a:off x="597387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8" name="Google Shape;5488;p8"/>
            <p:cNvSpPr/>
            <p:nvPr/>
          </p:nvSpPr>
          <p:spPr>
            <a:xfrm>
              <a:off x="597387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9" name="Google Shape;5489;p8"/>
            <p:cNvSpPr/>
            <p:nvPr/>
          </p:nvSpPr>
          <p:spPr>
            <a:xfrm>
              <a:off x="597387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0" name="Google Shape;5490;p8"/>
            <p:cNvSpPr/>
            <p:nvPr/>
          </p:nvSpPr>
          <p:spPr>
            <a:xfrm>
              <a:off x="597387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1" name="Google Shape;5491;p8"/>
            <p:cNvSpPr/>
            <p:nvPr/>
          </p:nvSpPr>
          <p:spPr>
            <a:xfrm>
              <a:off x="597387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2" name="Google Shape;5492;p8"/>
            <p:cNvSpPr/>
            <p:nvPr/>
          </p:nvSpPr>
          <p:spPr>
            <a:xfrm>
              <a:off x="597387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3" name="Google Shape;5493;p8"/>
            <p:cNvSpPr/>
            <p:nvPr/>
          </p:nvSpPr>
          <p:spPr>
            <a:xfrm>
              <a:off x="5973857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4" name="Google Shape;5494;p8"/>
            <p:cNvSpPr/>
            <p:nvPr/>
          </p:nvSpPr>
          <p:spPr>
            <a:xfrm>
              <a:off x="5973857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5" name="Google Shape;5495;p8"/>
            <p:cNvSpPr/>
            <p:nvPr/>
          </p:nvSpPr>
          <p:spPr>
            <a:xfrm>
              <a:off x="5973857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6" name="Google Shape;5496;p8"/>
            <p:cNvSpPr/>
            <p:nvPr/>
          </p:nvSpPr>
          <p:spPr>
            <a:xfrm>
              <a:off x="5973857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5497;p8"/>
            <p:cNvSpPr/>
            <p:nvPr/>
          </p:nvSpPr>
          <p:spPr>
            <a:xfrm>
              <a:off x="5973857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8"/>
            <p:cNvSpPr/>
            <p:nvPr/>
          </p:nvSpPr>
          <p:spPr>
            <a:xfrm>
              <a:off x="5973857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8"/>
            <p:cNvSpPr/>
            <p:nvPr/>
          </p:nvSpPr>
          <p:spPr>
            <a:xfrm>
              <a:off x="597384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8"/>
            <p:cNvSpPr/>
            <p:nvPr/>
          </p:nvSpPr>
          <p:spPr>
            <a:xfrm>
              <a:off x="597384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8"/>
            <p:cNvSpPr/>
            <p:nvPr/>
          </p:nvSpPr>
          <p:spPr>
            <a:xfrm>
              <a:off x="621956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8"/>
            <p:cNvSpPr/>
            <p:nvPr/>
          </p:nvSpPr>
          <p:spPr>
            <a:xfrm>
              <a:off x="621956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8"/>
            <p:cNvSpPr/>
            <p:nvPr/>
          </p:nvSpPr>
          <p:spPr>
            <a:xfrm>
              <a:off x="621956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8"/>
            <p:cNvSpPr/>
            <p:nvPr/>
          </p:nvSpPr>
          <p:spPr>
            <a:xfrm>
              <a:off x="621956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8"/>
            <p:cNvSpPr/>
            <p:nvPr/>
          </p:nvSpPr>
          <p:spPr>
            <a:xfrm>
              <a:off x="621956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8"/>
            <p:cNvSpPr/>
            <p:nvPr/>
          </p:nvSpPr>
          <p:spPr>
            <a:xfrm>
              <a:off x="621956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8"/>
            <p:cNvSpPr/>
            <p:nvPr/>
          </p:nvSpPr>
          <p:spPr>
            <a:xfrm>
              <a:off x="621956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8"/>
            <p:cNvSpPr/>
            <p:nvPr/>
          </p:nvSpPr>
          <p:spPr>
            <a:xfrm>
              <a:off x="621956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8"/>
            <p:cNvSpPr/>
            <p:nvPr/>
          </p:nvSpPr>
          <p:spPr>
            <a:xfrm>
              <a:off x="621956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8"/>
            <p:cNvSpPr/>
            <p:nvPr/>
          </p:nvSpPr>
          <p:spPr>
            <a:xfrm>
              <a:off x="621956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8"/>
            <p:cNvSpPr/>
            <p:nvPr/>
          </p:nvSpPr>
          <p:spPr>
            <a:xfrm>
              <a:off x="621956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8"/>
            <p:cNvSpPr/>
            <p:nvPr/>
          </p:nvSpPr>
          <p:spPr>
            <a:xfrm>
              <a:off x="621956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5513;p8"/>
            <p:cNvSpPr/>
            <p:nvPr/>
          </p:nvSpPr>
          <p:spPr>
            <a:xfrm>
              <a:off x="621955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8"/>
            <p:cNvSpPr/>
            <p:nvPr/>
          </p:nvSpPr>
          <p:spPr>
            <a:xfrm>
              <a:off x="621955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8"/>
            <p:cNvSpPr/>
            <p:nvPr/>
          </p:nvSpPr>
          <p:spPr>
            <a:xfrm>
              <a:off x="621955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8"/>
            <p:cNvSpPr/>
            <p:nvPr/>
          </p:nvSpPr>
          <p:spPr>
            <a:xfrm>
              <a:off x="621955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8"/>
            <p:cNvSpPr/>
            <p:nvPr/>
          </p:nvSpPr>
          <p:spPr>
            <a:xfrm>
              <a:off x="621955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8"/>
            <p:cNvSpPr/>
            <p:nvPr/>
          </p:nvSpPr>
          <p:spPr>
            <a:xfrm>
              <a:off x="621955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8"/>
            <p:cNvSpPr/>
            <p:nvPr/>
          </p:nvSpPr>
          <p:spPr>
            <a:xfrm>
              <a:off x="621954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8"/>
            <p:cNvSpPr/>
            <p:nvPr/>
          </p:nvSpPr>
          <p:spPr>
            <a:xfrm>
              <a:off x="621954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8"/>
            <p:cNvSpPr/>
            <p:nvPr/>
          </p:nvSpPr>
          <p:spPr>
            <a:xfrm>
              <a:off x="646526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8"/>
            <p:cNvSpPr/>
            <p:nvPr/>
          </p:nvSpPr>
          <p:spPr>
            <a:xfrm>
              <a:off x="646526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3" name="Google Shape;5523;p8"/>
            <p:cNvSpPr/>
            <p:nvPr/>
          </p:nvSpPr>
          <p:spPr>
            <a:xfrm>
              <a:off x="646526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4" name="Google Shape;5524;p8"/>
            <p:cNvSpPr/>
            <p:nvPr/>
          </p:nvSpPr>
          <p:spPr>
            <a:xfrm>
              <a:off x="646526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8"/>
            <p:cNvSpPr/>
            <p:nvPr/>
          </p:nvSpPr>
          <p:spPr>
            <a:xfrm>
              <a:off x="646526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8"/>
            <p:cNvSpPr/>
            <p:nvPr/>
          </p:nvSpPr>
          <p:spPr>
            <a:xfrm>
              <a:off x="646526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8"/>
            <p:cNvSpPr/>
            <p:nvPr/>
          </p:nvSpPr>
          <p:spPr>
            <a:xfrm>
              <a:off x="646526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8"/>
            <p:cNvSpPr/>
            <p:nvPr/>
          </p:nvSpPr>
          <p:spPr>
            <a:xfrm>
              <a:off x="646526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8"/>
            <p:cNvSpPr/>
            <p:nvPr/>
          </p:nvSpPr>
          <p:spPr>
            <a:xfrm>
              <a:off x="646526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8"/>
            <p:cNvSpPr/>
            <p:nvPr/>
          </p:nvSpPr>
          <p:spPr>
            <a:xfrm>
              <a:off x="646526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8"/>
            <p:cNvSpPr/>
            <p:nvPr/>
          </p:nvSpPr>
          <p:spPr>
            <a:xfrm>
              <a:off x="646526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8"/>
            <p:cNvSpPr/>
            <p:nvPr/>
          </p:nvSpPr>
          <p:spPr>
            <a:xfrm>
              <a:off x="646526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8"/>
            <p:cNvSpPr/>
            <p:nvPr/>
          </p:nvSpPr>
          <p:spPr>
            <a:xfrm>
              <a:off x="646524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5534;p8"/>
            <p:cNvSpPr/>
            <p:nvPr/>
          </p:nvSpPr>
          <p:spPr>
            <a:xfrm>
              <a:off x="646524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5" name="Google Shape;5535;p8"/>
            <p:cNvSpPr/>
            <p:nvPr/>
          </p:nvSpPr>
          <p:spPr>
            <a:xfrm>
              <a:off x="646524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6" name="Google Shape;5536;p8"/>
            <p:cNvSpPr/>
            <p:nvPr/>
          </p:nvSpPr>
          <p:spPr>
            <a:xfrm>
              <a:off x="646524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7" name="Google Shape;5537;p8"/>
            <p:cNvSpPr/>
            <p:nvPr/>
          </p:nvSpPr>
          <p:spPr>
            <a:xfrm>
              <a:off x="646524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8"/>
            <p:cNvSpPr/>
            <p:nvPr/>
          </p:nvSpPr>
          <p:spPr>
            <a:xfrm>
              <a:off x="646524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8"/>
            <p:cNvSpPr/>
            <p:nvPr/>
          </p:nvSpPr>
          <p:spPr>
            <a:xfrm>
              <a:off x="646523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8"/>
            <p:cNvSpPr/>
            <p:nvPr/>
          </p:nvSpPr>
          <p:spPr>
            <a:xfrm>
              <a:off x="646523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8"/>
            <p:cNvSpPr/>
            <p:nvPr/>
          </p:nvSpPr>
          <p:spPr>
            <a:xfrm>
              <a:off x="671095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8"/>
            <p:cNvSpPr/>
            <p:nvPr/>
          </p:nvSpPr>
          <p:spPr>
            <a:xfrm>
              <a:off x="671095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8"/>
            <p:cNvSpPr/>
            <p:nvPr/>
          </p:nvSpPr>
          <p:spPr>
            <a:xfrm>
              <a:off x="671095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8"/>
            <p:cNvSpPr/>
            <p:nvPr/>
          </p:nvSpPr>
          <p:spPr>
            <a:xfrm>
              <a:off x="671095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8"/>
            <p:cNvSpPr/>
            <p:nvPr/>
          </p:nvSpPr>
          <p:spPr>
            <a:xfrm>
              <a:off x="671095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8"/>
            <p:cNvSpPr/>
            <p:nvPr/>
          </p:nvSpPr>
          <p:spPr>
            <a:xfrm>
              <a:off x="671095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8"/>
            <p:cNvSpPr/>
            <p:nvPr/>
          </p:nvSpPr>
          <p:spPr>
            <a:xfrm>
              <a:off x="671095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8"/>
            <p:cNvSpPr/>
            <p:nvPr/>
          </p:nvSpPr>
          <p:spPr>
            <a:xfrm>
              <a:off x="671095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8"/>
            <p:cNvSpPr/>
            <p:nvPr/>
          </p:nvSpPr>
          <p:spPr>
            <a:xfrm>
              <a:off x="671095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8"/>
            <p:cNvSpPr/>
            <p:nvPr/>
          </p:nvSpPr>
          <p:spPr>
            <a:xfrm>
              <a:off x="671095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1" name="Google Shape;5551;p8"/>
            <p:cNvSpPr/>
            <p:nvPr/>
          </p:nvSpPr>
          <p:spPr>
            <a:xfrm>
              <a:off x="671095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2" name="Google Shape;5552;p8"/>
            <p:cNvSpPr/>
            <p:nvPr/>
          </p:nvSpPr>
          <p:spPr>
            <a:xfrm>
              <a:off x="671095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5553;p8"/>
            <p:cNvSpPr/>
            <p:nvPr/>
          </p:nvSpPr>
          <p:spPr>
            <a:xfrm>
              <a:off x="671094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5554;p8"/>
            <p:cNvSpPr/>
            <p:nvPr/>
          </p:nvSpPr>
          <p:spPr>
            <a:xfrm>
              <a:off x="671094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8"/>
            <p:cNvSpPr/>
            <p:nvPr/>
          </p:nvSpPr>
          <p:spPr>
            <a:xfrm>
              <a:off x="671094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8"/>
            <p:cNvSpPr/>
            <p:nvPr/>
          </p:nvSpPr>
          <p:spPr>
            <a:xfrm>
              <a:off x="671094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8"/>
            <p:cNvSpPr/>
            <p:nvPr/>
          </p:nvSpPr>
          <p:spPr>
            <a:xfrm>
              <a:off x="671094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8"/>
            <p:cNvSpPr/>
            <p:nvPr/>
          </p:nvSpPr>
          <p:spPr>
            <a:xfrm>
              <a:off x="671094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8"/>
            <p:cNvSpPr/>
            <p:nvPr/>
          </p:nvSpPr>
          <p:spPr>
            <a:xfrm>
              <a:off x="671093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8"/>
            <p:cNvSpPr/>
            <p:nvPr/>
          </p:nvSpPr>
          <p:spPr>
            <a:xfrm>
              <a:off x="671093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8"/>
            <p:cNvSpPr/>
            <p:nvPr/>
          </p:nvSpPr>
          <p:spPr>
            <a:xfrm>
              <a:off x="695665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8"/>
            <p:cNvSpPr/>
            <p:nvPr/>
          </p:nvSpPr>
          <p:spPr>
            <a:xfrm>
              <a:off x="695665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8"/>
            <p:cNvSpPr/>
            <p:nvPr/>
          </p:nvSpPr>
          <p:spPr>
            <a:xfrm>
              <a:off x="695665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8"/>
            <p:cNvSpPr/>
            <p:nvPr/>
          </p:nvSpPr>
          <p:spPr>
            <a:xfrm>
              <a:off x="695665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8"/>
            <p:cNvSpPr/>
            <p:nvPr/>
          </p:nvSpPr>
          <p:spPr>
            <a:xfrm>
              <a:off x="695665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8"/>
            <p:cNvSpPr/>
            <p:nvPr/>
          </p:nvSpPr>
          <p:spPr>
            <a:xfrm>
              <a:off x="695665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8"/>
            <p:cNvSpPr/>
            <p:nvPr/>
          </p:nvSpPr>
          <p:spPr>
            <a:xfrm>
              <a:off x="695665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8"/>
            <p:cNvSpPr/>
            <p:nvPr/>
          </p:nvSpPr>
          <p:spPr>
            <a:xfrm>
              <a:off x="695665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8"/>
            <p:cNvSpPr/>
            <p:nvPr/>
          </p:nvSpPr>
          <p:spPr>
            <a:xfrm>
              <a:off x="695665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8"/>
            <p:cNvSpPr/>
            <p:nvPr/>
          </p:nvSpPr>
          <p:spPr>
            <a:xfrm>
              <a:off x="695665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8"/>
            <p:cNvSpPr/>
            <p:nvPr/>
          </p:nvSpPr>
          <p:spPr>
            <a:xfrm>
              <a:off x="695665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8"/>
            <p:cNvSpPr/>
            <p:nvPr/>
          </p:nvSpPr>
          <p:spPr>
            <a:xfrm>
              <a:off x="695665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8"/>
            <p:cNvSpPr/>
            <p:nvPr/>
          </p:nvSpPr>
          <p:spPr>
            <a:xfrm>
              <a:off x="695663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8"/>
            <p:cNvSpPr/>
            <p:nvPr/>
          </p:nvSpPr>
          <p:spPr>
            <a:xfrm>
              <a:off x="695663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8"/>
            <p:cNvSpPr/>
            <p:nvPr/>
          </p:nvSpPr>
          <p:spPr>
            <a:xfrm>
              <a:off x="695663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8"/>
            <p:cNvSpPr/>
            <p:nvPr/>
          </p:nvSpPr>
          <p:spPr>
            <a:xfrm>
              <a:off x="695663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8"/>
            <p:cNvSpPr/>
            <p:nvPr/>
          </p:nvSpPr>
          <p:spPr>
            <a:xfrm>
              <a:off x="695663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8"/>
            <p:cNvSpPr/>
            <p:nvPr/>
          </p:nvSpPr>
          <p:spPr>
            <a:xfrm>
              <a:off x="695663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9" name="Google Shape;5579;p8"/>
            <p:cNvSpPr/>
            <p:nvPr/>
          </p:nvSpPr>
          <p:spPr>
            <a:xfrm>
              <a:off x="695662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0" name="Google Shape;5580;p8"/>
            <p:cNvSpPr/>
            <p:nvPr/>
          </p:nvSpPr>
          <p:spPr>
            <a:xfrm>
              <a:off x="695662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1" name="Google Shape;5581;p8"/>
            <p:cNvSpPr/>
            <p:nvPr/>
          </p:nvSpPr>
          <p:spPr>
            <a:xfrm>
              <a:off x="720234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2" name="Google Shape;5582;p8"/>
            <p:cNvSpPr/>
            <p:nvPr/>
          </p:nvSpPr>
          <p:spPr>
            <a:xfrm>
              <a:off x="720234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3" name="Google Shape;5583;p8"/>
            <p:cNvSpPr/>
            <p:nvPr/>
          </p:nvSpPr>
          <p:spPr>
            <a:xfrm>
              <a:off x="720234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4" name="Google Shape;5584;p8"/>
            <p:cNvSpPr/>
            <p:nvPr/>
          </p:nvSpPr>
          <p:spPr>
            <a:xfrm>
              <a:off x="720234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5" name="Google Shape;5585;p8"/>
            <p:cNvSpPr/>
            <p:nvPr/>
          </p:nvSpPr>
          <p:spPr>
            <a:xfrm>
              <a:off x="720234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6" name="Google Shape;5586;p8"/>
            <p:cNvSpPr/>
            <p:nvPr/>
          </p:nvSpPr>
          <p:spPr>
            <a:xfrm>
              <a:off x="720234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7" name="Google Shape;5587;p8"/>
            <p:cNvSpPr/>
            <p:nvPr/>
          </p:nvSpPr>
          <p:spPr>
            <a:xfrm>
              <a:off x="720234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8" name="Google Shape;5588;p8"/>
            <p:cNvSpPr/>
            <p:nvPr/>
          </p:nvSpPr>
          <p:spPr>
            <a:xfrm>
              <a:off x="720234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9" name="Google Shape;5589;p8"/>
            <p:cNvSpPr/>
            <p:nvPr/>
          </p:nvSpPr>
          <p:spPr>
            <a:xfrm>
              <a:off x="720234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0" name="Google Shape;5590;p8"/>
            <p:cNvSpPr/>
            <p:nvPr/>
          </p:nvSpPr>
          <p:spPr>
            <a:xfrm>
              <a:off x="720234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1" name="Google Shape;5591;p8"/>
            <p:cNvSpPr/>
            <p:nvPr/>
          </p:nvSpPr>
          <p:spPr>
            <a:xfrm>
              <a:off x="720234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2" name="Google Shape;5592;p8"/>
            <p:cNvSpPr/>
            <p:nvPr/>
          </p:nvSpPr>
          <p:spPr>
            <a:xfrm>
              <a:off x="720234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3" name="Google Shape;5593;p8"/>
            <p:cNvSpPr/>
            <p:nvPr/>
          </p:nvSpPr>
          <p:spPr>
            <a:xfrm>
              <a:off x="720233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4" name="Google Shape;5594;p8"/>
            <p:cNvSpPr/>
            <p:nvPr/>
          </p:nvSpPr>
          <p:spPr>
            <a:xfrm>
              <a:off x="720233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5" name="Google Shape;5595;p8"/>
            <p:cNvSpPr/>
            <p:nvPr/>
          </p:nvSpPr>
          <p:spPr>
            <a:xfrm>
              <a:off x="720233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6" name="Google Shape;5596;p8"/>
            <p:cNvSpPr/>
            <p:nvPr/>
          </p:nvSpPr>
          <p:spPr>
            <a:xfrm>
              <a:off x="720233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7" name="Google Shape;5597;p8"/>
            <p:cNvSpPr/>
            <p:nvPr/>
          </p:nvSpPr>
          <p:spPr>
            <a:xfrm>
              <a:off x="720233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8" name="Google Shape;5598;p8"/>
            <p:cNvSpPr/>
            <p:nvPr/>
          </p:nvSpPr>
          <p:spPr>
            <a:xfrm>
              <a:off x="720233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9" name="Google Shape;5599;p8"/>
            <p:cNvSpPr/>
            <p:nvPr/>
          </p:nvSpPr>
          <p:spPr>
            <a:xfrm>
              <a:off x="720232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0" name="Google Shape;5600;p8"/>
            <p:cNvSpPr/>
            <p:nvPr/>
          </p:nvSpPr>
          <p:spPr>
            <a:xfrm>
              <a:off x="720232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1" name="Google Shape;5601;p8"/>
            <p:cNvSpPr/>
            <p:nvPr/>
          </p:nvSpPr>
          <p:spPr>
            <a:xfrm>
              <a:off x="744804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2" name="Google Shape;5602;p8"/>
            <p:cNvSpPr/>
            <p:nvPr/>
          </p:nvSpPr>
          <p:spPr>
            <a:xfrm>
              <a:off x="744804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3" name="Google Shape;5603;p8"/>
            <p:cNvSpPr/>
            <p:nvPr/>
          </p:nvSpPr>
          <p:spPr>
            <a:xfrm>
              <a:off x="744804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4" name="Google Shape;5604;p8"/>
            <p:cNvSpPr/>
            <p:nvPr/>
          </p:nvSpPr>
          <p:spPr>
            <a:xfrm>
              <a:off x="744804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5" name="Google Shape;5605;p8"/>
            <p:cNvSpPr/>
            <p:nvPr/>
          </p:nvSpPr>
          <p:spPr>
            <a:xfrm>
              <a:off x="744804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6" name="Google Shape;5606;p8"/>
            <p:cNvSpPr/>
            <p:nvPr/>
          </p:nvSpPr>
          <p:spPr>
            <a:xfrm>
              <a:off x="744804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7" name="Google Shape;5607;p8"/>
            <p:cNvSpPr/>
            <p:nvPr/>
          </p:nvSpPr>
          <p:spPr>
            <a:xfrm>
              <a:off x="744804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8" name="Google Shape;5608;p8"/>
            <p:cNvSpPr/>
            <p:nvPr/>
          </p:nvSpPr>
          <p:spPr>
            <a:xfrm>
              <a:off x="744804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5609;p8"/>
            <p:cNvSpPr/>
            <p:nvPr/>
          </p:nvSpPr>
          <p:spPr>
            <a:xfrm>
              <a:off x="744804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0" name="Google Shape;5610;p8"/>
            <p:cNvSpPr/>
            <p:nvPr/>
          </p:nvSpPr>
          <p:spPr>
            <a:xfrm>
              <a:off x="744804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1" name="Google Shape;5611;p8"/>
            <p:cNvSpPr/>
            <p:nvPr/>
          </p:nvSpPr>
          <p:spPr>
            <a:xfrm>
              <a:off x="744804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2" name="Google Shape;5612;p8"/>
            <p:cNvSpPr/>
            <p:nvPr/>
          </p:nvSpPr>
          <p:spPr>
            <a:xfrm>
              <a:off x="744804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3" name="Google Shape;5613;p8"/>
            <p:cNvSpPr/>
            <p:nvPr/>
          </p:nvSpPr>
          <p:spPr>
            <a:xfrm>
              <a:off x="744802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4" name="Google Shape;5614;p8"/>
            <p:cNvSpPr/>
            <p:nvPr/>
          </p:nvSpPr>
          <p:spPr>
            <a:xfrm>
              <a:off x="744802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5" name="Google Shape;5615;p8"/>
            <p:cNvSpPr/>
            <p:nvPr/>
          </p:nvSpPr>
          <p:spPr>
            <a:xfrm>
              <a:off x="744802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6" name="Google Shape;5616;p8"/>
            <p:cNvSpPr/>
            <p:nvPr/>
          </p:nvSpPr>
          <p:spPr>
            <a:xfrm>
              <a:off x="744802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7" name="Google Shape;5617;p8"/>
            <p:cNvSpPr/>
            <p:nvPr/>
          </p:nvSpPr>
          <p:spPr>
            <a:xfrm>
              <a:off x="744802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8" name="Google Shape;5618;p8"/>
            <p:cNvSpPr/>
            <p:nvPr/>
          </p:nvSpPr>
          <p:spPr>
            <a:xfrm>
              <a:off x="744802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9" name="Google Shape;5619;p8"/>
            <p:cNvSpPr/>
            <p:nvPr/>
          </p:nvSpPr>
          <p:spPr>
            <a:xfrm>
              <a:off x="744801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0" name="Google Shape;5620;p8"/>
            <p:cNvSpPr/>
            <p:nvPr/>
          </p:nvSpPr>
          <p:spPr>
            <a:xfrm>
              <a:off x="744801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1" name="Google Shape;5621;p8"/>
            <p:cNvSpPr/>
            <p:nvPr/>
          </p:nvSpPr>
          <p:spPr>
            <a:xfrm>
              <a:off x="769373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2" name="Google Shape;5622;p8"/>
            <p:cNvSpPr/>
            <p:nvPr/>
          </p:nvSpPr>
          <p:spPr>
            <a:xfrm>
              <a:off x="769373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3" name="Google Shape;5623;p8"/>
            <p:cNvSpPr/>
            <p:nvPr/>
          </p:nvSpPr>
          <p:spPr>
            <a:xfrm>
              <a:off x="769373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4" name="Google Shape;5624;p8"/>
            <p:cNvSpPr/>
            <p:nvPr/>
          </p:nvSpPr>
          <p:spPr>
            <a:xfrm>
              <a:off x="769373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5" name="Google Shape;5625;p8"/>
            <p:cNvSpPr/>
            <p:nvPr/>
          </p:nvSpPr>
          <p:spPr>
            <a:xfrm>
              <a:off x="769373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6" name="Google Shape;5626;p8"/>
            <p:cNvSpPr/>
            <p:nvPr/>
          </p:nvSpPr>
          <p:spPr>
            <a:xfrm>
              <a:off x="769373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7" name="Google Shape;5627;p8"/>
            <p:cNvSpPr/>
            <p:nvPr/>
          </p:nvSpPr>
          <p:spPr>
            <a:xfrm>
              <a:off x="769373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8" name="Google Shape;5628;p8"/>
            <p:cNvSpPr/>
            <p:nvPr/>
          </p:nvSpPr>
          <p:spPr>
            <a:xfrm>
              <a:off x="769373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9" name="Google Shape;5629;p8"/>
            <p:cNvSpPr/>
            <p:nvPr/>
          </p:nvSpPr>
          <p:spPr>
            <a:xfrm>
              <a:off x="769373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8"/>
            <p:cNvSpPr/>
            <p:nvPr/>
          </p:nvSpPr>
          <p:spPr>
            <a:xfrm>
              <a:off x="769373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5631;p8"/>
            <p:cNvSpPr/>
            <p:nvPr/>
          </p:nvSpPr>
          <p:spPr>
            <a:xfrm>
              <a:off x="769373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5632;p8"/>
            <p:cNvSpPr/>
            <p:nvPr/>
          </p:nvSpPr>
          <p:spPr>
            <a:xfrm>
              <a:off x="769373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5633;p8"/>
            <p:cNvSpPr/>
            <p:nvPr/>
          </p:nvSpPr>
          <p:spPr>
            <a:xfrm>
              <a:off x="76937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5634;p8"/>
            <p:cNvSpPr/>
            <p:nvPr/>
          </p:nvSpPr>
          <p:spPr>
            <a:xfrm>
              <a:off x="76937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5635;p8"/>
            <p:cNvSpPr/>
            <p:nvPr/>
          </p:nvSpPr>
          <p:spPr>
            <a:xfrm>
              <a:off x="76937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5636;p8"/>
            <p:cNvSpPr/>
            <p:nvPr/>
          </p:nvSpPr>
          <p:spPr>
            <a:xfrm>
              <a:off x="76937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8"/>
            <p:cNvSpPr/>
            <p:nvPr/>
          </p:nvSpPr>
          <p:spPr>
            <a:xfrm>
              <a:off x="76937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8" name="Google Shape;5638;p8"/>
            <p:cNvSpPr/>
            <p:nvPr/>
          </p:nvSpPr>
          <p:spPr>
            <a:xfrm>
              <a:off x="76937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9" name="Google Shape;5639;p8"/>
            <p:cNvSpPr/>
            <p:nvPr/>
          </p:nvSpPr>
          <p:spPr>
            <a:xfrm>
              <a:off x="76937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8"/>
            <p:cNvSpPr/>
            <p:nvPr/>
          </p:nvSpPr>
          <p:spPr>
            <a:xfrm>
              <a:off x="76937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8"/>
            <p:cNvSpPr/>
            <p:nvPr/>
          </p:nvSpPr>
          <p:spPr>
            <a:xfrm>
              <a:off x="793943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5642;p8"/>
            <p:cNvSpPr/>
            <p:nvPr/>
          </p:nvSpPr>
          <p:spPr>
            <a:xfrm>
              <a:off x="793943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5643;p8"/>
            <p:cNvSpPr/>
            <p:nvPr/>
          </p:nvSpPr>
          <p:spPr>
            <a:xfrm>
              <a:off x="793943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5644;p8"/>
            <p:cNvSpPr/>
            <p:nvPr/>
          </p:nvSpPr>
          <p:spPr>
            <a:xfrm>
              <a:off x="793943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5645;p8"/>
            <p:cNvSpPr/>
            <p:nvPr/>
          </p:nvSpPr>
          <p:spPr>
            <a:xfrm>
              <a:off x="793943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5646;p8"/>
            <p:cNvSpPr/>
            <p:nvPr/>
          </p:nvSpPr>
          <p:spPr>
            <a:xfrm>
              <a:off x="793943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5647;p8"/>
            <p:cNvSpPr/>
            <p:nvPr/>
          </p:nvSpPr>
          <p:spPr>
            <a:xfrm>
              <a:off x="793943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5648;p8"/>
            <p:cNvSpPr/>
            <p:nvPr/>
          </p:nvSpPr>
          <p:spPr>
            <a:xfrm>
              <a:off x="793943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5649;p8"/>
            <p:cNvSpPr/>
            <p:nvPr/>
          </p:nvSpPr>
          <p:spPr>
            <a:xfrm>
              <a:off x="793943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8"/>
            <p:cNvSpPr/>
            <p:nvPr/>
          </p:nvSpPr>
          <p:spPr>
            <a:xfrm>
              <a:off x="793943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8"/>
            <p:cNvSpPr/>
            <p:nvPr/>
          </p:nvSpPr>
          <p:spPr>
            <a:xfrm>
              <a:off x="793943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8"/>
            <p:cNvSpPr/>
            <p:nvPr/>
          </p:nvSpPr>
          <p:spPr>
            <a:xfrm>
              <a:off x="793943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8"/>
            <p:cNvSpPr/>
            <p:nvPr/>
          </p:nvSpPr>
          <p:spPr>
            <a:xfrm>
              <a:off x="793941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8"/>
            <p:cNvSpPr/>
            <p:nvPr/>
          </p:nvSpPr>
          <p:spPr>
            <a:xfrm>
              <a:off x="793941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8"/>
            <p:cNvSpPr/>
            <p:nvPr/>
          </p:nvSpPr>
          <p:spPr>
            <a:xfrm>
              <a:off x="793941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6" name="Google Shape;5656;p8"/>
            <p:cNvSpPr/>
            <p:nvPr/>
          </p:nvSpPr>
          <p:spPr>
            <a:xfrm>
              <a:off x="793941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7" name="Google Shape;5657;p8"/>
            <p:cNvSpPr/>
            <p:nvPr/>
          </p:nvSpPr>
          <p:spPr>
            <a:xfrm>
              <a:off x="793941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5658;p8"/>
            <p:cNvSpPr/>
            <p:nvPr/>
          </p:nvSpPr>
          <p:spPr>
            <a:xfrm>
              <a:off x="793941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8"/>
            <p:cNvSpPr/>
            <p:nvPr/>
          </p:nvSpPr>
          <p:spPr>
            <a:xfrm>
              <a:off x="793940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8"/>
            <p:cNvSpPr/>
            <p:nvPr/>
          </p:nvSpPr>
          <p:spPr>
            <a:xfrm>
              <a:off x="793940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8"/>
            <p:cNvSpPr/>
            <p:nvPr/>
          </p:nvSpPr>
          <p:spPr>
            <a:xfrm>
              <a:off x="818512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8"/>
            <p:cNvSpPr/>
            <p:nvPr/>
          </p:nvSpPr>
          <p:spPr>
            <a:xfrm>
              <a:off x="818512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8"/>
            <p:cNvSpPr/>
            <p:nvPr/>
          </p:nvSpPr>
          <p:spPr>
            <a:xfrm>
              <a:off x="818512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5664;p8"/>
            <p:cNvSpPr/>
            <p:nvPr/>
          </p:nvSpPr>
          <p:spPr>
            <a:xfrm>
              <a:off x="818512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5665;p8"/>
            <p:cNvSpPr/>
            <p:nvPr/>
          </p:nvSpPr>
          <p:spPr>
            <a:xfrm>
              <a:off x="818512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8"/>
            <p:cNvSpPr/>
            <p:nvPr/>
          </p:nvSpPr>
          <p:spPr>
            <a:xfrm>
              <a:off x="818512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8"/>
            <p:cNvSpPr/>
            <p:nvPr/>
          </p:nvSpPr>
          <p:spPr>
            <a:xfrm>
              <a:off x="818512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8"/>
            <p:cNvSpPr/>
            <p:nvPr/>
          </p:nvSpPr>
          <p:spPr>
            <a:xfrm>
              <a:off x="818512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8"/>
            <p:cNvSpPr/>
            <p:nvPr/>
          </p:nvSpPr>
          <p:spPr>
            <a:xfrm>
              <a:off x="818512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5670;p8"/>
            <p:cNvSpPr/>
            <p:nvPr/>
          </p:nvSpPr>
          <p:spPr>
            <a:xfrm>
              <a:off x="818512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5671;p8"/>
            <p:cNvSpPr/>
            <p:nvPr/>
          </p:nvSpPr>
          <p:spPr>
            <a:xfrm>
              <a:off x="818512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5672;p8"/>
            <p:cNvSpPr/>
            <p:nvPr/>
          </p:nvSpPr>
          <p:spPr>
            <a:xfrm>
              <a:off x="818512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8"/>
            <p:cNvSpPr/>
            <p:nvPr/>
          </p:nvSpPr>
          <p:spPr>
            <a:xfrm>
              <a:off x="818511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5674;p8"/>
            <p:cNvSpPr/>
            <p:nvPr/>
          </p:nvSpPr>
          <p:spPr>
            <a:xfrm>
              <a:off x="818511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5675;p8"/>
            <p:cNvSpPr/>
            <p:nvPr/>
          </p:nvSpPr>
          <p:spPr>
            <a:xfrm>
              <a:off x="818511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8"/>
            <p:cNvSpPr/>
            <p:nvPr/>
          </p:nvSpPr>
          <p:spPr>
            <a:xfrm>
              <a:off x="818511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8"/>
            <p:cNvSpPr/>
            <p:nvPr/>
          </p:nvSpPr>
          <p:spPr>
            <a:xfrm>
              <a:off x="818511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8"/>
            <p:cNvSpPr/>
            <p:nvPr/>
          </p:nvSpPr>
          <p:spPr>
            <a:xfrm>
              <a:off x="818511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8"/>
            <p:cNvSpPr/>
            <p:nvPr/>
          </p:nvSpPr>
          <p:spPr>
            <a:xfrm>
              <a:off x="818510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8"/>
            <p:cNvSpPr/>
            <p:nvPr/>
          </p:nvSpPr>
          <p:spPr>
            <a:xfrm>
              <a:off x="818510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8"/>
            <p:cNvSpPr/>
            <p:nvPr/>
          </p:nvSpPr>
          <p:spPr>
            <a:xfrm>
              <a:off x="843082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8"/>
            <p:cNvSpPr/>
            <p:nvPr/>
          </p:nvSpPr>
          <p:spPr>
            <a:xfrm>
              <a:off x="843082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8"/>
            <p:cNvSpPr/>
            <p:nvPr/>
          </p:nvSpPr>
          <p:spPr>
            <a:xfrm>
              <a:off x="843082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4" name="Google Shape;5684;p8"/>
            <p:cNvSpPr/>
            <p:nvPr/>
          </p:nvSpPr>
          <p:spPr>
            <a:xfrm>
              <a:off x="843082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5" name="Google Shape;5685;p8"/>
            <p:cNvSpPr/>
            <p:nvPr/>
          </p:nvSpPr>
          <p:spPr>
            <a:xfrm>
              <a:off x="843082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8"/>
            <p:cNvSpPr/>
            <p:nvPr/>
          </p:nvSpPr>
          <p:spPr>
            <a:xfrm>
              <a:off x="843082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8"/>
            <p:cNvSpPr/>
            <p:nvPr/>
          </p:nvSpPr>
          <p:spPr>
            <a:xfrm>
              <a:off x="843082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8"/>
            <p:cNvSpPr/>
            <p:nvPr/>
          </p:nvSpPr>
          <p:spPr>
            <a:xfrm>
              <a:off x="843082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8"/>
            <p:cNvSpPr/>
            <p:nvPr/>
          </p:nvSpPr>
          <p:spPr>
            <a:xfrm>
              <a:off x="843082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8"/>
            <p:cNvSpPr/>
            <p:nvPr/>
          </p:nvSpPr>
          <p:spPr>
            <a:xfrm>
              <a:off x="843082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8"/>
            <p:cNvSpPr/>
            <p:nvPr/>
          </p:nvSpPr>
          <p:spPr>
            <a:xfrm>
              <a:off x="843082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8"/>
            <p:cNvSpPr/>
            <p:nvPr/>
          </p:nvSpPr>
          <p:spPr>
            <a:xfrm>
              <a:off x="843082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8"/>
            <p:cNvSpPr/>
            <p:nvPr/>
          </p:nvSpPr>
          <p:spPr>
            <a:xfrm>
              <a:off x="843081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8"/>
            <p:cNvSpPr/>
            <p:nvPr/>
          </p:nvSpPr>
          <p:spPr>
            <a:xfrm>
              <a:off x="843081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8"/>
            <p:cNvSpPr/>
            <p:nvPr/>
          </p:nvSpPr>
          <p:spPr>
            <a:xfrm>
              <a:off x="843081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8"/>
            <p:cNvSpPr/>
            <p:nvPr/>
          </p:nvSpPr>
          <p:spPr>
            <a:xfrm>
              <a:off x="843081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8"/>
            <p:cNvSpPr/>
            <p:nvPr/>
          </p:nvSpPr>
          <p:spPr>
            <a:xfrm>
              <a:off x="843081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8"/>
            <p:cNvSpPr/>
            <p:nvPr/>
          </p:nvSpPr>
          <p:spPr>
            <a:xfrm>
              <a:off x="843081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8"/>
            <p:cNvSpPr/>
            <p:nvPr/>
          </p:nvSpPr>
          <p:spPr>
            <a:xfrm>
              <a:off x="843079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8"/>
            <p:cNvSpPr/>
            <p:nvPr/>
          </p:nvSpPr>
          <p:spPr>
            <a:xfrm>
              <a:off x="843079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8"/>
            <p:cNvSpPr/>
            <p:nvPr/>
          </p:nvSpPr>
          <p:spPr>
            <a:xfrm>
              <a:off x="867651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8"/>
            <p:cNvSpPr/>
            <p:nvPr/>
          </p:nvSpPr>
          <p:spPr>
            <a:xfrm>
              <a:off x="867651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8"/>
            <p:cNvSpPr/>
            <p:nvPr/>
          </p:nvSpPr>
          <p:spPr>
            <a:xfrm>
              <a:off x="867651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8"/>
            <p:cNvSpPr/>
            <p:nvPr/>
          </p:nvSpPr>
          <p:spPr>
            <a:xfrm>
              <a:off x="867651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8"/>
            <p:cNvSpPr/>
            <p:nvPr/>
          </p:nvSpPr>
          <p:spPr>
            <a:xfrm>
              <a:off x="867651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8"/>
            <p:cNvSpPr/>
            <p:nvPr/>
          </p:nvSpPr>
          <p:spPr>
            <a:xfrm>
              <a:off x="867651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8"/>
            <p:cNvSpPr/>
            <p:nvPr/>
          </p:nvSpPr>
          <p:spPr>
            <a:xfrm>
              <a:off x="867651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8"/>
            <p:cNvSpPr/>
            <p:nvPr/>
          </p:nvSpPr>
          <p:spPr>
            <a:xfrm>
              <a:off x="867651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8"/>
            <p:cNvSpPr/>
            <p:nvPr/>
          </p:nvSpPr>
          <p:spPr>
            <a:xfrm>
              <a:off x="867651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8"/>
            <p:cNvSpPr/>
            <p:nvPr/>
          </p:nvSpPr>
          <p:spPr>
            <a:xfrm>
              <a:off x="867651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8"/>
            <p:cNvSpPr/>
            <p:nvPr/>
          </p:nvSpPr>
          <p:spPr>
            <a:xfrm>
              <a:off x="867651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5712;p8"/>
            <p:cNvSpPr/>
            <p:nvPr/>
          </p:nvSpPr>
          <p:spPr>
            <a:xfrm>
              <a:off x="867651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5713;p8"/>
            <p:cNvSpPr/>
            <p:nvPr/>
          </p:nvSpPr>
          <p:spPr>
            <a:xfrm>
              <a:off x="867650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5714;p8"/>
            <p:cNvSpPr/>
            <p:nvPr/>
          </p:nvSpPr>
          <p:spPr>
            <a:xfrm>
              <a:off x="867650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5715;p8"/>
            <p:cNvSpPr/>
            <p:nvPr/>
          </p:nvSpPr>
          <p:spPr>
            <a:xfrm>
              <a:off x="867650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5716;p8"/>
            <p:cNvSpPr/>
            <p:nvPr/>
          </p:nvSpPr>
          <p:spPr>
            <a:xfrm>
              <a:off x="867650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5717;p8"/>
            <p:cNvSpPr/>
            <p:nvPr/>
          </p:nvSpPr>
          <p:spPr>
            <a:xfrm>
              <a:off x="867650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8" name="Google Shape;5718;p8"/>
            <p:cNvSpPr/>
            <p:nvPr/>
          </p:nvSpPr>
          <p:spPr>
            <a:xfrm>
              <a:off x="867650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9" name="Google Shape;5719;p8"/>
            <p:cNvSpPr/>
            <p:nvPr/>
          </p:nvSpPr>
          <p:spPr>
            <a:xfrm>
              <a:off x="867649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0" name="Google Shape;5720;p8"/>
            <p:cNvSpPr/>
            <p:nvPr/>
          </p:nvSpPr>
          <p:spPr>
            <a:xfrm>
              <a:off x="867649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1" name="Google Shape;5721;p8"/>
            <p:cNvSpPr/>
            <p:nvPr/>
          </p:nvSpPr>
          <p:spPr>
            <a:xfrm>
              <a:off x="89222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2" name="Google Shape;5722;p8"/>
            <p:cNvSpPr/>
            <p:nvPr/>
          </p:nvSpPr>
          <p:spPr>
            <a:xfrm>
              <a:off x="89222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3" name="Google Shape;5723;p8"/>
            <p:cNvSpPr/>
            <p:nvPr/>
          </p:nvSpPr>
          <p:spPr>
            <a:xfrm>
              <a:off x="89222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4" name="Google Shape;5724;p8"/>
            <p:cNvSpPr/>
            <p:nvPr/>
          </p:nvSpPr>
          <p:spPr>
            <a:xfrm>
              <a:off x="89222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5" name="Google Shape;5725;p8"/>
            <p:cNvSpPr/>
            <p:nvPr/>
          </p:nvSpPr>
          <p:spPr>
            <a:xfrm>
              <a:off x="89222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6" name="Google Shape;5726;p8"/>
            <p:cNvSpPr/>
            <p:nvPr/>
          </p:nvSpPr>
          <p:spPr>
            <a:xfrm>
              <a:off x="89222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7" name="Google Shape;5727;p8"/>
            <p:cNvSpPr/>
            <p:nvPr/>
          </p:nvSpPr>
          <p:spPr>
            <a:xfrm>
              <a:off x="89222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8" name="Google Shape;5728;p8"/>
            <p:cNvSpPr/>
            <p:nvPr/>
          </p:nvSpPr>
          <p:spPr>
            <a:xfrm>
              <a:off x="89222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9" name="Google Shape;5729;p8"/>
            <p:cNvSpPr/>
            <p:nvPr/>
          </p:nvSpPr>
          <p:spPr>
            <a:xfrm>
              <a:off x="89222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0" name="Google Shape;5730;p8"/>
            <p:cNvSpPr/>
            <p:nvPr/>
          </p:nvSpPr>
          <p:spPr>
            <a:xfrm>
              <a:off x="89222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1" name="Google Shape;5731;p8"/>
            <p:cNvSpPr/>
            <p:nvPr/>
          </p:nvSpPr>
          <p:spPr>
            <a:xfrm>
              <a:off x="89222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2" name="Google Shape;5732;p8"/>
            <p:cNvSpPr/>
            <p:nvPr/>
          </p:nvSpPr>
          <p:spPr>
            <a:xfrm>
              <a:off x="89222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5733;p8"/>
            <p:cNvSpPr/>
            <p:nvPr/>
          </p:nvSpPr>
          <p:spPr>
            <a:xfrm>
              <a:off x="89222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5734;p8"/>
            <p:cNvSpPr/>
            <p:nvPr/>
          </p:nvSpPr>
          <p:spPr>
            <a:xfrm>
              <a:off x="89222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5735;p8"/>
            <p:cNvSpPr/>
            <p:nvPr/>
          </p:nvSpPr>
          <p:spPr>
            <a:xfrm>
              <a:off x="89222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5736;p8"/>
            <p:cNvSpPr/>
            <p:nvPr/>
          </p:nvSpPr>
          <p:spPr>
            <a:xfrm>
              <a:off x="89222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5737;p8"/>
            <p:cNvSpPr/>
            <p:nvPr/>
          </p:nvSpPr>
          <p:spPr>
            <a:xfrm>
              <a:off x="89222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5738;p8"/>
            <p:cNvSpPr/>
            <p:nvPr/>
          </p:nvSpPr>
          <p:spPr>
            <a:xfrm>
              <a:off x="89222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5739;p8"/>
            <p:cNvSpPr/>
            <p:nvPr/>
          </p:nvSpPr>
          <p:spPr>
            <a:xfrm>
              <a:off x="89221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5740;p8"/>
            <p:cNvSpPr/>
            <p:nvPr/>
          </p:nvSpPr>
          <p:spPr>
            <a:xfrm>
              <a:off x="89221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5741;p8"/>
            <p:cNvSpPr/>
            <p:nvPr/>
          </p:nvSpPr>
          <p:spPr>
            <a:xfrm>
              <a:off x="2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5742;p8"/>
            <p:cNvSpPr/>
            <p:nvPr/>
          </p:nvSpPr>
          <p:spPr>
            <a:xfrm>
              <a:off x="21763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5743;p8"/>
            <p:cNvSpPr/>
            <p:nvPr/>
          </p:nvSpPr>
          <p:spPr>
            <a:xfrm>
              <a:off x="43523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5744;p8"/>
            <p:cNvSpPr/>
            <p:nvPr/>
          </p:nvSpPr>
          <p:spPr>
            <a:xfrm>
              <a:off x="65284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5745;p8"/>
            <p:cNvSpPr/>
            <p:nvPr/>
          </p:nvSpPr>
          <p:spPr>
            <a:xfrm>
              <a:off x="87044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5746;p8"/>
            <p:cNvSpPr/>
            <p:nvPr/>
          </p:nvSpPr>
          <p:spPr>
            <a:xfrm>
              <a:off x="108805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5747;p8"/>
            <p:cNvSpPr/>
            <p:nvPr/>
          </p:nvSpPr>
          <p:spPr>
            <a:xfrm>
              <a:off x="130566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5748;p8"/>
            <p:cNvSpPr/>
            <p:nvPr/>
          </p:nvSpPr>
          <p:spPr>
            <a:xfrm>
              <a:off x="155135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5749;p8"/>
            <p:cNvSpPr/>
            <p:nvPr/>
          </p:nvSpPr>
          <p:spPr>
            <a:xfrm>
              <a:off x="179705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5750;p8"/>
            <p:cNvSpPr/>
            <p:nvPr/>
          </p:nvSpPr>
          <p:spPr>
            <a:xfrm>
              <a:off x="204274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5751;p8"/>
            <p:cNvSpPr/>
            <p:nvPr/>
          </p:nvSpPr>
          <p:spPr>
            <a:xfrm>
              <a:off x="228844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5752;p8"/>
            <p:cNvSpPr/>
            <p:nvPr/>
          </p:nvSpPr>
          <p:spPr>
            <a:xfrm>
              <a:off x="253413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5753;p8"/>
            <p:cNvSpPr/>
            <p:nvPr/>
          </p:nvSpPr>
          <p:spPr>
            <a:xfrm>
              <a:off x="277983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5754;p8"/>
            <p:cNvSpPr/>
            <p:nvPr/>
          </p:nvSpPr>
          <p:spPr>
            <a:xfrm>
              <a:off x="302552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5755;p8"/>
            <p:cNvSpPr/>
            <p:nvPr/>
          </p:nvSpPr>
          <p:spPr>
            <a:xfrm>
              <a:off x="327122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5756;p8"/>
            <p:cNvSpPr/>
            <p:nvPr/>
          </p:nvSpPr>
          <p:spPr>
            <a:xfrm>
              <a:off x="351691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5757;p8"/>
            <p:cNvSpPr/>
            <p:nvPr/>
          </p:nvSpPr>
          <p:spPr>
            <a:xfrm>
              <a:off x="37626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5758;p8"/>
            <p:cNvSpPr/>
            <p:nvPr/>
          </p:nvSpPr>
          <p:spPr>
            <a:xfrm>
              <a:off x="400830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5759;p8"/>
            <p:cNvSpPr/>
            <p:nvPr/>
          </p:nvSpPr>
          <p:spPr>
            <a:xfrm>
              <a:off x="425400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5760;p8"/>
            <p:cNvSpPr/>
            <p:nvPr/>
          </p:nvSpPr>
          <p:spPr>
            <a:xfrm>
              <a:off x="449969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5761;p8"/>
            <p:cNvSpPr/>
            <p:nvPr/>
          </p:nvSpPr>
          <p:spPr>
            <a:xfrm>
              <a:off x="474539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5762;p8"/>
            <p:cNvSpPr/>
            <p:nvPr/>
          </p:nvSpPr>
          <p:spPr>
            <a:xfrm>
              <a:off x="4991089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5763;p8"/>
            <p:cNvSpPr/>
            <p:nvPr/>
          </p:nvSpPr>
          <p:spPr>
            <a:xfrm>
              <a:off x="523678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5764;p8"/>
            <p:cNvSpPr/>
            <p:nvPr/>
          </p:nvSpPr>
          <p:spPr>
            <a:xfrm>
              <a:off x="5482479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5765;p8"/>
            <p:cNvSpPr/>
            <p:nvPr/>
          </p:nvSpPr>
          <p:spPr>
            <a:xfrm>
              <a:off x="572817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5766;p8"/>
            <p:cNvSpPr/>
            <p:nvPr/>
          </p:nvSpPr>
          <p:spPr>
            <a:xfrm>
              <a:off x="597387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5767;p8"/>
            <p:cNvSpPr/>
            <p:nvPr/>
          </p:nvSpPr>
          <p:spPr>
            <a:xfrm>
              <a:off x="621956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5768;p8"/>
            <p:cNvSpPr/>
            <p:nvPr/>
          </p:nvSpPr>
          <p:spPr>
            <a:xfrm>
              <a:off x="646526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5769;p8"/>
            <p:cNvSpPr/>
            <p:nvPr/>
          </p:nvSpPr>
          <p:spPr>
            <a:xfrm>
              <a:off x="671095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5770;p8"/>
            <p:cNvSpPr/>
            <p:nvPr/>
          </p:nvSpPr>
          <p:spPr>
            <a:xfrm>
              <a:off x="695665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5771;p8"/>
            <p:cNvSpPr/>
            <p:nvPr/>
          </p:nvSpPr>
          <p:spPr>
            <a:xfrm>
              <a:off x="720234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5772;p8"/>
            <p:cNvSpPr/>
            <p:nvPr/>
          </p:nvSpPr>
          <p:spPr>
            <a:xfrm>
              <a:off x="744804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5773;p8"/>
            <p:cNvSpPr/>
            <p:nvPr/>
          </p:nvSpPr>
          <p:spPr>
            <a:xfrm>
              <a:off x="769373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5774;p8"/>
            <p:cNvSpPr/>
            <p:nvPr/>
          </p:nvSpPr>
          <p:spPr>
            <a:xfrm>
              <a:off x="793943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5775;p8"/>
            <p:cNvSpPr/>
            <p:nvPr/>
          </p:nvSpPr>
          <p:spPr>
            <a:xfrm>
              <a:off x="818512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6" name="Google Shape;5776;p8"/>
            <p:cNvSpPr/>
            <p:nvPr/>
          </p:nvSpPr>
          <p:spPr>
            <a:xfrm>
              <a:off x="843082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7" name="Google Shape;5777;p8"/>
            <p:cNvSpPr/>
            <p:nvPr/>
          </p:nvSpPr>
          <p:spPr>
            <a:xfrm>
              <a:off x="867651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8" name="Google Shape;5778;p8"/>
            <p:cNvSpPr/>
            <p:nvPr/>
          </p:nvSpPr>
          <p:spPr>
            <a:xfrm>
              <a:off x="89222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9" name="Google Shape;5779;p8"/>
            <p:cNvSpPr/>
            <p:nvPr/>
          </p:nvSpPr>
          <p:spPr>
            <a:xfrm>
              <a:off x="91679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0" name="Google Shape;5780;p8"/>
            <p:cNvSpPr/>
            <p:nvPr/>
          </p:nvSpPr>
          <p:spPr>
            <a:xfrm>
              <a:off x="91679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1" name="Google Shape;5781;p8"/>
            <p:cNvSpPr/>
            <p:nvPr/>
          </p:nvSpPr>
          <p:spPr>
            <a:xfrm>
              <a:off x="91679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2" name="Google Shape;5782;p8"/>
            <p:cNvSpPr/>
            <p:nvPr/>
          </p:nvSpPr>
          <p:spPr>
            <a:xfrm>
              <a:off x="91679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3" name="Google Shape;5783;p8"/>
            <p:cNvSpPr/>
            <p:nvPr/>
          </p:nvSpPr>
          <p:spPr>
            <a:xfrm>
              <a:off x="91679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4" name="Google Shape;5784;p8"/>
            <p:cNvSpPr/>
            <p:nvPr/>
          </p:nvSpPr>
          <p:spPr>
            <a:xfrm>
              <a:off x="91679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5" name="Google Shape;5785;p8"/>
            <p:cNvSpPr/>
            <p:nvPr/>
          </p:nvSpPr>
          <p:spPr>
            <a:xfrm>
              <a:off x="91679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6" name="Google Shape;5786;p8"/>
            <p:cNvSpPr/>
            <p:nvPr/>
          </p:nvSpPr>
          <p:spPr>
            <a:xfrm>
              <a:off x="91679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7" name="Google Shape;5787;p8"/>
            <p:cNvSpPr/>
            <p:nvPr/>
          </p:nvSpPr>
          <p:spPr>
            <a:xfrm>
              <a:off x="91679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8" name="Google Shape;5788;p8"/>
            <p:cNvSpPr/>
            <p:nvPr/>
          </p:nvSpPr>
          <p:spPr>
            <a:xfrm>
              <a:off x="91679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9" name="Google Shape;5789;p8"/>
            <p:cNvSpPr/>
            <p:nvPr/>
          </p:nvSpPr>
          <p:spPr>
            <a:xfrm>
              <a:off x="91679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0" name="Google Shape;5790;p8"/>
            <p:cNvSpPr/>
            <p:nvPr/>
          </p:nvSpPr>
          <p:spPr>
            <a:xfrm>
              <a:off x="91679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1" name="Google Shape;5791;p8"/>
            <p:cNvSpPr/>
            <p:nvPr/>
          </p:nvSpPr>
          <p:spPr>
            <a:xfrm>
              <a:off x="91679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2" name="Google Shape;5792;p8"/>
            <p:cNvSpPr/>
            <p:nvPr/>
          </p:nvSpPr>
          <p:spPr>
            <a:xfrm>
              <a:off x="91679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3" name="Google Shape;5793;p8"/>
            <p:cNvSpPr/>
            <p:nvPr/>
          </p:nvSpPr>
          <p:spPr>
            <a:xfrm>
              <a:off x="91679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4" name="Google Shape;5794;p8"/>
            <p:cNvSpPr/>
            <p:nvPr/>
          </p:nvSpPr>
          <p:spPr>
            <a:xfrm>
              <a:off x="91679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5" name="Google Shape;5795;p8"/>
            <p:cNvSpPr/>
            <p:nvPr/>
          </p:nvSpPr>
          <p:spPr>
            <a:xfrm>
              <a:off x="91679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6" name="Google Shape;5796;p8"/>
            <p:cNvSpPr/>
            <p:nvPr/>
          </p:nvSpPr>
          <p:spPr>
            <a:xfrm>
              <a:off x="91679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7" name="Google Shape;5797;p8"/>
            <p:cNvSpPr/>
            <p:nvPr/>
          </p:nvSpPr>
          <p:spPr>
            <a:xfrm>
              <a:off x="91678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8" name="Google Shape;5798;p8"/>
            <p:cNvSpPr/>
            <p:nvPr/>
          </p:nvSpPr>
          <p:spPr>
            <a:xfrm>
              <a:off x="91678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9" name="Google Shape;5799;p8"/>
            <p:cNvSpPr/>
            <p:nvPr/>
          </p:nvSpPr>
          <p:spPr>
            <a:xfrm>
              <a:off x="91679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0" name="Google Shape;5800;p8"/>
          <p:cNvGrpSpPr/>
          <p:nvPr/>
        </p:nvGrpSpPr>
        <p:grpSpPr>
          <a:xfrm>
            <a:off x="235650" y="204150"/>
            <a:ext cx="8683925" cy="4735200"/>
            <a:chOff x="235650" y="204150"/>
            <a:chExt cx="8683925" cy="4735200"/>
          </a:xfrm>
        </p:grpSpPr>
        <p:sp>
          <p:nvSpPr>
            <p:cNvPr id="5801" name="Google Shape;5801;p8"/>
            <p:cNvSpPr/>
            <p:nvPr/>
          </p:nvSpPr>
          <p:spPr>
            <a:xfrm>
              <a:off x="235650" y="204150"/>
              <a:ext cx="8672700" cy="4735200"/>
            </a:xfrm>
            <a:prstGeom prst="roundRect">
              <a:avLst>
                <a:gd name="adj" fmla="val 3441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02" name="Google Shape;5802;p8"/>
            <p:cNvCxnSpPr/>
            <p:nvPr/>
          </p:nvCxnSpPr>
          <p:spPr>
            <a:xfrm>
              <a:off x="240875" y="543800"/>
              <a:ext cx="8678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03" name="Google Shape;5803;p8"/>
            <p:cNvSpPr/>
            <p:nvPr/>
          </p:nvSpPr>
          <p:spPr>
            <a:xfrm>
              <a:off x="37842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8"/>
            <p:cNvSpPr/>
            <p:nvPr/>
          </p:nvSpPr>
          <p:spPr>
            <a:xfrm>
              <a:off x="68307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8"/>
            <p:cNvSpPr/>
            <p:nvPr/>
          </p:nvSpPr>
          <p:spPr>
            <a:xfrm>
              <a:off x="98772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06" name="Google Shape;5806;p8"/>
          <p:cNvSpPr txBox="1">
            <a:spLocks noGrp="1"/>
          </p:cNvSpPr>
          <p:nvPr>
            <p:ph type="title"/>
          </p:nvPr>
        </p:nvSpPr>
        <p:spPr>
          <a:xfrm>
            <a:off x="2317950" y="1412750"/>
            <a:ext cx="4508100" cy="2318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74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12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62" name="Google Shape;12462;p19"/>
          <p:cNvGrpSpPr/>
          <p:nvPr/>
        </p:nvGrpSpPr>
        <p:grpSpPr>
          <a:xfrm>
            <a:off x="38150" y="35427"/>
            <a:ext cx="9067465" cy="5072518"/>
            <a:chOff x="0" y="-63776"/>
            <a:chExt cx="9309513" cy="5207389"/>
          </a:xfrm>
        </p:grpSpPr>
        <p:sp>
          <p:nvSpPr>
            <p:cNvPr id="12463" name="Google Shape;12463;p19"/>
            <p:cNvSpPr/>
            <p:nvPr/>
          </p:nvSpPr>
          <p:spPr>
            <a:xfrm>
              <a:off x="2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4" name="Google Shape;12464;p19"/>
            <p:cNvSpPr/>
            <p:nvPr/>
          </p:nvSpPr>
          <p:spPr>
            <a:xfrm>
              <a:off x="2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5" name="Google Shape;12465;p19"/>
            <p:cNvSpPr/>
            <p:nvPr/>
          </p:nvSpPr>
          <p:spPr>
            <a:xfrm>
              <a:off x="2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6" name="Google Shape;12466;p19"/>
            <p:cNvSpPr/>
            <p:nvPr/>
          </p:nvSpPr>
          <p:spPr>
            <a:xfrm>
              <a:off x="2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7" name="Google Shape;12467;p19"/>
            <p:cNvSpPr/>
            <p:nvPr/>
          </p:nvSpPr>
          <p:spPr>
            <a:xfrm>
              <a:off x="2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8" name="Google Shape;12468;p19"/>
            <p:cNvSpPr/>
            <p:nvPr/>
          </p:nvSpPr>
          <p:spPr>
            <a:xfrm>
              <a:off x="2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9" name="Google Shape;12469;p19"/>
            <p:cNvSpPr/>
            <p:nvPr/>
          </p:nvSpPr>
          <p:spPr>
            <a:xfrm>
              <a:off x="2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0" name="Google Shape;12470;p19"/>
            <p:cNvSpPr/>
            <p:nvPr/>
          </p:nvSpPr>
          <p:spPr>
            <a:xfrm>
              <a:off x="2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1" name="Google Shape;12471;p19"/>
            <p:cNvSpPr/>
            <p:nvPr/>
          </p:nvSpPr>
          <p:spPr>
            <a:xfrm>
              <a:off x="2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2" name="Google Shape;12472;p19"/>
            <p:cNvSpPr/>
            <p:nvPr/>
          </p:nvSpPr>
          <p:spPr>
            <a:xfrm>
              <a:off x="2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3" name="Google Shape;12473;p19"/>
            <p:cNvSpPr/>
            <p:nvPr/>
          </p:nvSpPr>
          <p:spPr>
            <a:xfrm>
              <a:off x="2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4" name="Google Shape;12474;p19"/>
            <p:cNvSpPr/>
            <p:nvPr/>
          </p:nvSpPr>
          <p:spPr>
            <a:xfrm>
              <a:off x="2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5" name="Google Shape;12475;p19"/>
            <p:cNvSpPr/>
            <p:nvPr/>
          </p:nvSpPr>
          <p:spPr>
            <a:xfrm>
              <a:off x="1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6" name="Google Shape;12476;p19"/>
            <p:cNvSpPr/>
            <p:nvPr/>
          </p:nvSpPr>
          <p:spPr>
            <a:xfrm>
              <a:off x="1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7" name="Google Shape;12477;p19"/>
            <p:cNvSpPr/>
            <p:nvPr/>
          </p:nvSpPr>
          <p:spPr>
            <a:xfrm>
              <a:off x="1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8" name="Google Shape;12478;p19"/>
            <p:cNvSpPr/>
            <p:nvPr/>
          </p:nvSpPr>
          <p:spPr>
            <a:xfrm>
              <a:off x="1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9" name="Google Shape;12479;p19"/>
            <p:cNvSpPr/>
            <p:nvPr/>
          </p:nvSpPr>
          <p:spPr>
            <a:xfrm>
              <a:off x="1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0" name="Google Shape;12480;p19"/>
            <p:cNvSpPr/>
            <p:nvPr/>
          </p:nvSpPr>
          <p:spPr>
            <a:xfrm>
              <a:off x="1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1" name="Google Shape;12481;p19"/>
            <p:cNvSpPr/>
            <p:nvPr/>
          </p:nvSpPr>
          <p:spPr>
            <a:xfrm>
              <a:off x="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2" name="Google Shape;12482;p19"/>
            <p:cNvSpPr/>
            <p:nvPr/>
          </p:nvSpPr>
          <p:spPr>
            <a:xfrm>
              <a:off x="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3" name="Google Shape;12483;p19"/>
            <p:cNvSpPr/>
            <p:nvPr/>
          </p:nvSpPr>
          <p:spPr>
            <a:xfrm>
              <a:off x="21763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4" name="Google Shape;12484;p19"/>
            <p:cNvSpPr/>
            <p:nvPr/>
          </p:nvSpPr>
          <p:spPr>
            <a:xfrm>
              <a:off x="21763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5" name="Google Shape;12485;p19"/>
            <p:cNvSpPr/>
            <p:nvPr/>
          </p:nvSpPr>
          <p:spPr>
            <a:xfrm>
              <a:off x="21763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6" name="Google Shape;12486;p19"/>
            <p:cNvSpPr/>
            <p:nvPr/>
          </p:nvSpPr>
          <p:spPr>
            <a:xfrm>
              <a:off x="21763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7" name="Google Shape;12487;p19"/>
            <p:cNvSpPr/>
            <p:nvPr/>
          </p:nvSpPr>
          <p:spPr>
            <a:xfrm>
              <a:off x="21763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8" name="Google Shape;12488;p19"/>
            <p:cNvSpPr/>
            <p:nvPr/>
          </p:nvSpPr>
          <p:spPr>
            <a:xfrm>
              <a:off x="21763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9" name="Google Shape;12489;p19"/>
            <p:cNvSpPr/>
            <p:nvPr/>
          </p:nvSpPr>
          <p:spPr>
            <a:xfrm>
              <a:off x="21763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0" name="Google Shape;12490;p19"/>
            <p:cNvSpPr/>
            <p:nvPr/>
          </p:nvSpPr>
          <p:spPr>
            <a:xfrm>
              <a:off x="21763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1" name="Google Shape;12491;p19"/>
            <p:cNvSpPr/>
            <p:nvPr/>
          </p:nvSpPr>
          <p:spPr>
            <a:xfrm>
              <a:off x="21763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2" name="Google Shape;12492;p19"/>
            <p:cNvSpPr/>
            <p:nvPr/>
          </p:nvSpPr>
          <p:spPr>
            <a:xfrm>
              <a:off x="21763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3" name="Google Shape;12493;p19"/>
            <p:cNvSpPr/>
            <p:nvPr/>
          </p:nvSpPr>
          <p:spPr>
            <a:xfrm>
              <a:off x="21763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4" name="Google Shape;12494;p19"/>
            <p:cNvSpPr/>
            <p:nvPr/>
          </p:nvSpPr>
          <p:spPr>
            <a:xfrm>
              <a:off x="21763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5" name="Google Shape;12495;p19"/>
            <p:cNvSpPr/>
            <p:nvPr/>
          </p:nvSpPr>
          <p:spPr>
            <a:xfrm>
              <a:off x="21761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6" name="Google Shape;12496;p19"/>
            <p:cNvSpPr/>
            <p:nvPr/>
          </p:nvSpPr>
          <p:spPr>
            <a:xfrm>
              <a:off x="21761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7" name="Google Shape;12497;p19"/>
            <p:cNvSpPr/>
            <p:nvPr/>
          </p:nvSpPr>
          <p:spPr>
            <a:xfrm>
              <a:off x="21761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8" name="Google Shape;12498;p19"/>
            <p:cNvSpPr/>
            <p:nvPr/>
          </p:nvSpPr>
          <p:spPr>
            <a:xfrm>
              <a:off x="21761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9" name="Google Shape;12499;p19"/>
            <p:cNvSpPr/>
            <p:nvPr/>
          </p:nvSpPr>
          <p:spPr>
            <a:xfrm>
              <a:off x="21761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0" name="Google Shape;12500;p19"/>
            <p:cNvSpPr/>
            <p:nvPr/>
          </p:nvSpPr>
          <p:spPr>
            <a:xfrm>
              <a:off x="21761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1" name="Google Shape;12501;p19"/>
            <p:cNvSpPr/>
            <p:nvPr/>
          </p:nvSpPr>
          <p:spPr>
            <a:xfrm>
              <a:off x="21760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2" name="Google Shape;12502;p19"/>
            <p:cNvSpPr/>
            <p:nvPr/>
          </p:nvSpPr>
          <p:spPr>
            <a:xfrm>
              <a:off x="21760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3" name="Google Shape;12503;p19"/>
            <p:cNvSpPr/>
            <p:nvPr/>
          </p:nvSpPr>
          <p:spPr>
            <a:xfrm>
              <a:off x="43523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4" name="Google Shape;12504;p19"/>
            <p:cNvSpPr/>
            <p:nvPr/>
          </p:nvSpPr>
          <p:spPr>
            <a:xfrm>
              <a:off x="43523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5" name="Google Shape;12505;p19"/>
            <p:cNvSpPr/>
            <p:nvPr/>
          </p:nvSpPr>
          <p:spPr>
            <a:xfrm>
              <a:off x="43523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6" name="Google Shape;12506;p19"/>
            <p:cNvSpPr/>
            <p:nvPr/>
          </p:nvSpPr>
          <p:spPr>
            <a:xfrm>
              <a:off x="43523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7" name="Google Shape;12507;p19"/>
            <p:cNvSpPr/>
            <p:nvPr/>
          </p:nvSpPr>
          <p:spPr>
            <a:xfrm>
              <a:off x="43523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8" name="Google Shape;12508;p19"/>
            <p:cNvSpPr/>
            <p:nvPr/>
          </p:nvSpPr>
          <p:spPr>
            <a:xfrm>
              <a:off x="43523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9" name="Google Shape;12509;p19"/>
            <p:cNvSpPr/>
            <p:nvPr/>
          </p:nvSpPr>
          <p:spPr>
            <a:xfrm>
              <a:off x="43523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0" name="Google Shape;12510;p19"/>
            <p:cNvSpPr/>
            <p:nvPr/>
          </p:nvSpPr>
          <p:spPr>
            <a:xfrm>
              <a:off x="43523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1" name="Google Shape;12511;p19"/>
            <p:cNvSpPr/>
            <p:nvPr/>
          </p:nvSpPr>
          <p:spPr>
            <a:xfrm>
              <a:off x="43523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2" name="Google Shape;12512;p19"/>
            <p:cNvSpPr/>
            <p:nvPr/>
          </p:nvSpPr>
          <p:spPr>
            <a:xfrm>
              <a:off x="43523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3" name="Google Shape;12513;p19"/>
            <p:cNvSpPr/>
            <p:nvPr/>
          </p:nvSpPr>
          <p:spPr>
            <a:xfrm>
              <a:off x="43523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4" name="Google Shape;12514;p19"/>
            <p:cNvSpPr/>
            <p:nvPr/>
          </p:nvSpPr>
          <p:spPr>
            <a:xfrm>
              <a:off x="43523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5" name="Google Shape;12515;p19"/>
            <p:cNvSpPr/>
            <p:nvPr/>
          </p:nvSpPr>
          <p:spPr>
            <a:xfrm>
              <a:off x="4352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6" name="Google Shape;12516;p19"/>
            <p:cNvSpPr/>
            <p:nvPr/>
          </p:nvSpPr>
          <p:spPr>
            <a:xfrm>
              <a:off x="4352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7" name="Google Shape;12517;p19"/>
            <p:cNvSpPr/>
            <p:nvPr/>
          </p:nvSpPr>
          <p:spPr>
            <a:xfrm>
              <a:off x="4352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8" name="Google Shape;12518;p19"/>
            <p:cNvSpPr/>
            <p:nvPr/>
          </p:nvSpPr>
          <p:spPr>
            <a:xfrm>
              <a:off x="4352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9" name="Google Shape;12519;p19"/>
            <p:cNvSpPr/>
            <p:nvPr/>
          </p:nvSpPr>
          <p:spPr>
            <a:xfrm>
              <a:off x="4352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0" name="Google Shape;12520;p19"/>
            <p:cNvSpPr/>
            <p:nvPr/>
          </p:nvSpPr>
          <p:spPr>
            <a:xfrm>
              <a:off x="4352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1" name="Google Shape;12521;p19"/>
            <p:cNvSpPr/>
            <p:nvPr/>
          </p:nvSpPr>
          <p:spPr>
            <a:xfrm>
              <a:off x="4352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2" name="Google Shape;12522;p19"/>
            <p:cNvSpPr/>
            <p:nvPr/>
          </p:nvSpPr>
          <p:spPr>
            <a:xfrm>
              <a:off x="4352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3" name="Google Shape;12523;p19"/>
            <p:cNvSpPr/>
            <p:nvPr/>
          </p:nvSpPr>
          <p:spPr>
            <a:xfrm>
              <a:off x="65284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4" name="Google Shape;12524;p19"/>
            <p:cNvSpPr/>
            <p:nvPr/>
          </p:nvSpPr>
          <p:spPr>
            <a:xfrm>
              <a:off x="65284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5" name="Google Shape;12525;p19"/>
            <p:cNvSpPr/>
            <p:nvPr/>
          </p:nvSpPr>
          <p:spPr>
            <a:xfrm>
              <a:off x="65284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6" name="Google Shape;12526;p19"/>
            <p:cNvSpPr/>
            <p:nvPr/>
          </p:nvSpPr>
          <p:spPr>
            <a:xfrm>
              <a:off x="65284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7" name="Google Shape;12527;p19"/>
            <p:cNvSpPr/>
            <p:nvPr/>
          </p:nvSpPr>
          <p:spPr>
            <a:xfrm>
              <a:off x="65284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8" name="Google Shape;12528;p19"/>
            <p:cNvSpPr/>
            <p:nvPr/>
          </p:nvSpPr>
          <p:spPr>
            <a:xfrm>
              <a:off x="65284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9" name="Google Shape;12529;p19"/>
            <p:cNvSpPr/>
            <p:nvPr/>
          </p:nvSpPr>
          <p:spPr>
            <a:xfrm>
              <a:off x="65284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0" name="Google Shape;12530;p19"/>
            <p:cNvSpPr/>
            <p:nvPr/>
          </p:nvSpPr>
          <p:spPr>
            <a:xfrm>
              <a:off x="65284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1" name="Google Shape;12531;p19"/>
            <p:cNvSpPr/>
            <p:nvPr/>
          </p:nvSpPr>
          <p:spPr>
            <a:xfrm>
              <a:off x="65284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2" name="Google Shape;12532;p19"/>
            <p:cNvSpPr/>
            <p:nvPr/>
          </p:nvSpPr>
          <p:spPr>
            <a:xfrm>
              <a:off x="65284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3" name="Google Shape;12533;p19"/>
            <p:cNvSpPr/>
            <p:nvPr/>
          </p:nvSpPr>
          <p:spPr>
            <a:xfrm>
              <a:off x="65284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4" name="Google Shape;12534;p19"/>
            <p:cNvSpPr/>
            <p:nvPr/>
          </p:nvSpPr>
          <p:spPr>
            <a:xfrm>
              <a:off x="65284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5" name="Google Shape;12535;p19"/>
            <p:cNvSpPr/>
            <p:nvPr/>
          </p:nvSpPr>
          <p:spPr>
            <a:xfrm>
              <a:off x="65283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6" name="Google Shape;12536;p19"/>
            <p:cNvSpPr/>
            <p:nvPr/>
          </p:nvSpPr>
          <p:spPr>
            <a:xfrm>
              <a:off x="65283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7" name="Google Shape;12537;p19"/>
            <p:cNvSpPr/>
            <p:nvPr/>
          </p:nvSpPr>
          <p:spPr>
            <a:xfrm>
              <a:off x="65283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8" name="Google Shape;12538;p19"/>
            <p:cNvSpPr/>
            <p:nvPr/>
          </p:nvSpPr>
          <p:spPr>
            <a:xfrm>
              <a:off x="65283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9" name="Google Shape;12539;p19"/>
            <p:cNvSpPr/>
            <p:nvPr/>
          </p:nvSpPr>
          <p:spPr>
            <a:xfrm>
              <a:off x="65283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0" name="Google Shape;12540;p19"/>
            <p:cNvSpPr/>
            <p:nvPr/>
          </p:nvSpPr>
          <p:spPr>
            <a:xfrm>
              <a:off x="65283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1" name="Google Shape;12541;p19"/>
            <p:cNvSpPr/>
            <p:nvPr/>
          </p:nvSpPr>
          <p:spPr>
            <a:xfrm>
              <a:off x="65281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2" name="Google Shape;12542;p19"/>
            <p:cNvSpPr/>
            <p:nvPr/>
          </p:nvSpPr>
          <p:spPr>
            <a:xfrm>
              <a:off x="65281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3" name="Google Shape;12543;p19"/>
            <p:cNvSpPr/>
            <p:nvPr/>
          </p:nvSpPr>
          <p:spPr>
            <a:xfrm>
              <a:off x="87044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4" name="Google Shape;12544;p19"/>
            <p:cNvSpPr/>
            <p:nvPr/>
          </p:nvSpPr>
          <p:spPr>
            <a:xfrm>
              <a:off x="87044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5" name="Google Shape;12545;p19"/>
            <p:cNvSpPr/>
            <p:nvPr/>
          </p:nvSpPr>
          <p:spPr>
            <a:xfrm>
              <a:off x="87044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6" name="Google Shape;12546;p19"/>
            <p:cNvSpPr/>
            <p:nvPr/>
          </p:nvSpPr>
          <p:spPr>
            <a:xfrm>
              <a:off x="87044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7" name="Google Shape;12547;p19"/>
            <p:cNvSpPr/>
            <p:nvPr/>
          </p:nvSpPr>
          <p:spPr>
            <a:xfrm>
              <a:off x="87044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8" name="Google Shape;12548;p19"/>
            <p:cNvSpPr/>
            <p:nvPr/>
          </p:nvSpPr>
          <p:spPr>
            <a:xfrm>
              <a:off x="87044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9" name="Google Shape;12549;p19"/>
            <p:cNvSpPr/>
            <p:nvPr/>
          </p:nvSpPr>
          <p:spPr>
            <a:xfrm>
              <a:off x="87044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0" name="Google Shape;12550;p19"/>
            <p:cNvSpPr/>
            <p:nvPr/>
          </p:nvSpPr>
          <p:spPr>
            <a:xfrm>
              <a:off x="87044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1" name="Google Shape;12551;p19"/>
            <p:cNvSpPr/>
            <p:nvPr/>
          </p:nvSpPr>
          <p:spPr>
            <a:xfrm>
              <a:off x="87044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2" name="Google Shape;12552;p19"/>
            <p:cNvSpPr/>
            <p:nvPr/>
          </p:nvSpPr>
          <p:spPr>
            <a:xfrm>
              <a:off x="87044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3" name="Google Shape;12553;p19"/>
            <p:cNvSpPr/>
            <p:nvPr/>
          </p:nvSpPr>
          <p:spPr>
            <a:xfrm>
              <a:off x="87044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4" name="Google Shape;12554;p19"/>
            <p:cNvSpPr/>
            <p:nvPr/>
          </p:nvSpPr>
          <p:spPr>
            <a:xfrm>
              <a:off x="87044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5" name="Google Shape;12555;p19"/>
            <p:cNvSpPr/>
            <p:nvPr/>
          </p:nvSpPr>
          <p:spPr>
            <a:xfrm>
              <a:off x="87043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6" name="Google Shape;12556;p19"/>
            <p:cNvSpPr/>
            <p:nvPr/>
          </p:nvSpPr>
          <p:spPr>
            <a:xfrm>
              <a:off x="87043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7" name="Google Shape;12557;p19"/>
            <p:cNvSpPr/>
            <p:nvPr/>
          </p:nvSpPr>
          <p:spPr>
            <a:xfrm>
              <a:off x="87043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8" name="Google Shape;12558;p19"/>
            <p:cNvSpPr/>
            <p:nvPr/>
          </p:nvSpPr>
          <p:spPr>
            <a:xfrm>
              <a:off x="87043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9" name="Google Shape;12559;p19"/>
            <p:cNvSpPr/>
            <p:nvPr/>
          </p:nvSpPr>
          <p:spPr>
            <a:xfrm>
              <a:off x="87043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0" name="Google Shape;12560;p19"/>
            <p:cNvSpPr/>
            <p:nvPr/>
          </p:nvSpPr>
          <p:spPr>
            <a:xfrm>
              <a:off x="87043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1" name="Google Shape;12561;p19"/>
            <p:cNvSpPr/>
            <p:nvPr/>
          </p:nvSpPr>
          <p:spPr>
            <a:xfrm>
              <a:off x="87042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2" name="Google Shape;12562;p19"/>
            <p:cNvSpPr/>
            <p:nvPr/>
          </p:nvSpPr>
          <p:spPr>
            <a:xfrm>
              <a:off x="87042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3" name="Google Shape;12563;p19"/>
            <p:cNvSpPr/>
            <p:nvPr/>
          </p:nvSpPr>
          <p:spPr>
            <a:xfrm>
              <a:off x="108805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4" name="Google Shape;12564;p19"/>
            <p:cNvSpPr/>
            <p:nvPr/>
          </p:nvSpPr>
          <p:spPr>
            <a:xfrm>
              <a:off x="108805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5" name="Google Shape;12565;p19"/>
            <p:cNvSpPr/>
            <p:nvPr/>
          </p:nvSpPr>
          <p:spPr>
            <a:xfrm>
              <a:off x="108805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6" name="Google Shape;12566;p19"/>
            <p:cNvSpPr/>
            <p:nvPr/>
          </p:nvSpPr>
          <p:spPr>
            <a:xfrm>
              <a:off x="108805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7" name="Google Shape;12567;p19"/>
            <p:cNvSpPr/>
            <p:nvPr/>
          </p:nvSpPr>
          <p:spPr>
            <a:xfrm>
              <a:off x="108805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8" name="Google Shape;12568;p19"/>
            <p:cNvSpPr/>
            <p:nvPr/>
          </p:nvSpPr>
          <p:spPr>
            <a:xfrm>
              <a:off x="108805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9" name="Google Shape;12569;p19"/>
            <p:cNvSpPr/>
            <p:nvPr/>
          </p:nvSpPr>
          <p:spPr>
            <a:xfrm>
              <a:off x="108805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0" name="Google Shape;12570;p19"/>
            <p:cNvSpPr/>
            <p:nvPr/>
          </p:nvSpPr>
          <p:spPr>
            <a:xfrm>
              <a:off x="108805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1" name="Google Shape;12571;p19"/>
            <p:cNvSpPr/>
            <p:nvPr/>
          </p:nvSpPr>
          <p:spPr>
            <a:xfrm>
              <a:off x="108805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2" name="Google Shape;12572;p19"/>
            <p:cNvSpPr/>
            <p:nvPr/>
          </p:nvSpPr>
          <p:spPr>
            <a:xfrm>
              <a:off x="108805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3" name="Google Shape;12573;p19"/>
            <p:cNvSpPr/>
            <p:nvPr/>
          </p:nvSpPr>
          <p:spPr>
            <a:xfrm>
              <a:off x="108805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4" name="Google Shape;12574;p19"/>
            <p:cNvSpPr/>
            <p:nvPr/>
          </p:nvSpPr>
          <p:spPr>
            <a:xfrm>
              <a:off x="108805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5" name="Google Shape;12575;p19"/>
            <p:cNvSpPr/>
            <p:nvPr/>
          </p:nvSpPr>
          <p:spPr>
            <a:xfrm>
              <a:off x="108804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6" name="Google Shape;12576;p19"/>
            <p:cNvSpPr/>
            <p:nvPr/>
          </p:nvSpPr>
          <p:spPr>
            <a:xfrm>
              <a:off x="108804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7" name="Google Shape;12577;p19"/>
            <p:cNvSpPr/>
            <p:nvPr/>
          </p:nvSpPr>
          <p:spPr>
            <a:xfrm>
              <a:off x="108804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8" name="Google Shape;12578;p19"/>
            <p:cNvSpPr/>
            <p:nvPr/>
          </p:nvSpPr>
          <p:spPr>
            <a:xfrm>
              <a:off x="108804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9" name="Google Shape;12579;p19"/>
            <p:cNvSpPr/>
            <p:nvPr/>
          </p:nvSpPr>
          <p:spPr>
            <a:xfrm>
              <a:off x="108804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0" name="Google Shape;12580;p19"/>
            <p:cNvSpPr/>
            <p:nvPr/>
          </p:nvSpPr>
          <p:spPr>
            <a:xfrm>
              <a:off x="108804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1" name="Google Shape;12581;p19"/>
            <p:cNvSpPr/>
            <p:nvPr/>
          </p:nvSpPr>
          <p:spPr>
            <a:xfrm>
              <a:off x="108802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2" name="Google Shape;12582;p19"/>
            <p:cNvSpPr/>
            <p:nvPr/>
          </p:nvSpPr>
          <p:spPr>
            <a:xfrm>
              <a:off x="108802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3" name="Google Shape;12583;p19"/>
            <p:cNvSpPr/>
            <p:nvPr/>
          </p:nvSpPr>
          <p:spPr>
            <a:xfrm>
              <a:off x="130566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4" name="Google Shape;12584;p19"/>
            <p:cNvSpPr/>
            <p:nvPr/>
          </p:nvSpPr>
          <p:spPr>
            <a:xfrm>
              <a:off x="130566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5" name="Google Shape;12585;p19"/>
            <p:cNvSpPr/>
            <p:nvPr/>
          </p:nvSpPr>
          <p:spPr>
            <a:xfrm>
              <a:off x="130566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6" name="Google Shape;12586;p19"/>
            <p:cNvSpPr/>
            <p:nvPr/>
          </p:nvSpPr>
          <p:spPr>
            <a:xfrm>
              <a:off x="130566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7" name="Google Shape;12587;p19"/>
            <p:cNvSpPr/>
            <p:nvPr/>
          </p:nvSpPr>
          <p:spPr>
            <a:xfrm>
              <a:off x="130566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8" name="Google Shape;12588;p19"/>
            <p:cNvSpPr/>
            <p:nvPr/>
          </p:nvSpPr>
          <p:spPr>
            <a:xfrm>
              <a:off x="130566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9" name="Google Shape;12589;p19"/>
            <p:cNvSpPr/>
            <p:nvPr/>
          </p:nvSpPr>
          <p:spPr>
            <a:xfrm>
              <a:off x="130566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0" name="Google Shape;12590;p19"/>
            <p:cNvSpPr/>
            <p:nvPr/>
          </p:nvSpPr>
          <p:spPr>
            <a:xfrm>
              <a:off x="130566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1" name="Google Shape;12591;p19"/>
            <p:cNvSpPr/>
            <p:nvPr/>
          </p:nvSpPr>
          <p:spPr>
            <a:xfrm>
              <a:off x="130566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2" name="Google Shape;12592;p19"/>
            <p:cNvSpPr/>
            <p:nvPr/>
          </p:nvSpPr>
          <p:spPr>
            <a:xfrm>
              <a:off x="130566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3" name="Google Shape;12593;p19"/>
            <p:cNvSpPr/>
            <p:nvPr/>
          </p:nvSpPr>
          <p:spPr>
            <a:xfrm>
              <a:off x="130566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4" name="Google Shape;12594;p19"/>
            <p:cNvSpPr/>
            <p:nvPr/>
          </p:nvSpPr>
          <p:spPr>
            <a:xfrm>
              <a:off x="130566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5" name="Google Shape;12595;p19"/>
            <p:cNvSpPr/>
            <p:nvPr/>
          </p:nvSpPr>
          <p:spPr>
            <a:xfrm>
              <a:off x="130564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6" name="Google Shape;12596;p19"/>
            <p:cNvSpPr/>
            <p:nvPr/>
          </p:nvSpPr>
          <p:spPr>
            <a:xfrm>
              <a:off x="130564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7" name="Google Shape;12597;p19"/>
            <p:cNvSpPr/>
            <p:nvPr/>
          </p:nvSpPr>
          <p:spPr>
            <a:xfrm>
              <a:off x="130564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8" name="Google Shape;12598;p19"/>
            <p:cNvSpPr/>
            <p:nvPr/>
          </p:nvSpPr>
          <p:spPr>
            <a:xfrm>
              <a:off x="130564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9" name="Google Shape;12599;p19"/>
            <p:cNvSpPr/>
            <p:nvPr/>
          </p:nvSpPr>
          <p:spPr>
            <a:xfrm>
              <a:off x="130564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0" name="Google Shape;12600;p19"/>
            <p:cNvSpPr/>
            <p:nvPr/>
          </p:nvSpPr>
          <p:spPr>
            <a:xfrm>
              <a:off x="130564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1" name="Google Shape;12601;p19"/>
            <p:cNvSpPr/>
            <p:nvPr/>
          </p:nvSpPr>
          <p:spPr>
            <a:xfrm>
              <a:off x="130563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2" name="Google Shape;12602;p19"/>
            <p:cNvSpPr/>
            <p:nvPr/>
          </p:nvSpPr>
          <p:spPr>
            <a:xfrm>
              <a:off x="130563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3" name="Google Shape;12603;p19"/>
            <p:cNvSpPr/>
            <p:nvPr/>
          </p:nvSpPr>
          <p:spPr>
            <a:xfrm>
              <a:off x="155135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4" name="Google Shape;12604;p19"/>
            <p:cNvSpPr/>
            <p:nvPr/>
          </p:nvSpPr>
          <p:spPr>
            <a:xfrm>
              <a:off x="155135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5" name="Google Shape;12605;p19"/>
            <p:cNvSpPr/>
            <p:nvPr/>
          </p:nvSpPr>
          <p:spPr>
            <a:xfrm>
              <a:off x="155135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6" name="Google Shape;12606;p19"/>
            <p:cNvSpPr/>
            <p:nvPr/>
          </p:nvSpPr>
          <p:spPr>
            <a:xfrm>
              <a:off x="155135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7" name="Google Shape;12607;p19"/>
            <p:cNvSpPr/>
            <p:nvPr/>
          </p:nvSpPr>
          <p:spPr>
            <a:xfrm>
              <a:off x="155135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8" name="Google Shape;12608;p19"/>
            <p:cNvSpPr/>
            <p:nvPr/>
          </p:nvSpPr>
          <p:spPr>
            <a:xfrm>
              <a:off x="155135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9" name="Google Shape;12609;p19"/>
            <p:cNvSpPr/>
            <p:nvPr/>
          </p:nvSpPr>
          <p:spPr>
            <a:xfrm>
              <a:off x="155135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0" name="Google Shape;12610;p19"/>
            <p:cNvSpPr/>
            <p:nvPr/>
          </p:nvSpPr>
          <p:spPr>
            <a:xfrm>
              <a:off x="155135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1" name="Google Shape;12611;p19"/>
            <p:cNvSpPr/>
            <p:nvPr/>
          </p:nvSpPr>
          <p:spPr>
            <a:xfrm>
              <a:off x="155135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2" name="Google Shape;12612;p19"/>
            <p:cNvSpPr/>
            <p:nvPr/>
          </p:nvSpPr>
          <p:spPr>
            <a:xfrm>
              <a:off x="155135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3" name="Google Shape;12613;p19"/>
            <p:cNvSpPr/>
            <p:nvPr/>
          </p:nvSpPr>
          <p:spPr>
            <a:xfrm>
              <a:off x="155135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4" name="Google Shape;12614;p19"/>
            <p:cNvSpPr/>
            <p:nvPr/>
          </p:nvSpPr>
          <p:spPr>
            <a:xfrm>
              <a:off x="155135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5" name="Google Shape;12615;p19"/>
            <p:cNvSpPr/>
            <p:nvPr/>
          </p:nvSpPr>
          <p:spPr>
            <a:xfrm>
              <a:off x="155134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6" name="Google Shape;12616;p19"/>
            <p:cNvSpPr/>
            <p:nvPr/>
          </p:nvSpPr>
          <p:spPr>
            <a:xfrm>
              <a:off x="155134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7" name="Google Shape;12617;p19"/>
            <p:cNvSpPr/>
            <p:nvPr/>
          </p:nvSpPr>
          <p:spPr>
            <a:xfrm>
              <a:off x="155134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8" name="Google Shape;12618;p19"/>
            <p:cNvSpPr/>
            <p:nvPr/>
          </p:nvSpPr>
          <p:spPr>
            <a:xfrm>
              <a:off x="155134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9" name="Google Shape;12619;p19"/>
            <p:cNvSpPr/>
            <p:nvPr/>
          </p:nvSpPr>
          <p:spPr>
            <a:xfrm>
              <a:off x="155134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0" name="Google Shape;12620;p19"/>
            <p:cNvSpPr/>
            <p:nvPr/>
          </p:nvSpPr>
          <p:spPr>
            <a:xfrm>
              <a:off x="155134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1" name="Google Shape;12621;p19"/>
            <p:cNvSpPr/>
            <p:nvPr/>
          </p:nvSpPr>
          <p:spPr>
            <a:xfrm>
              <a:off x="155133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2" name="Google Shape;12622;p19"/>
            <p:cNvSpPr/>
            <p:nvPr/>
          </p:nvSpPr>
          <p:spPr>
            <a:xfrm>
              <a:off x="155133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3" name="Google Shape;12623;p19"/>
            <p:cNvSpPr/>
            <p:nvPr/>
          </p:nvSpPr>
          <p:spPr>
            <a:xfrm>
              <a:off x="179705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4" name="Google Shape;12624;p19"/>
            <p:cNvSpPr/>
            <p:nvPr/>
          </p:nvSpPr>
          <p:spPr>
            <a:xfrm>
              <a:off x="179705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5" name="Google Shape;12625;p19"/>
            <p:cNvSpPr/>
            <p:nvPr/>
          </p:nvSpPr>
          <p:spPr>
            <a:xfrm>
              <a:off x="179705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6" name="Google Shape;12626;p19"/>
            <p:cNvSpPr/>
            <p:nvPr/>
          </p:nvSpPr>
          <p:spPr>
            <a:xfrm>
              <a:off x="179705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7" name="Google Shape;12627;p19"/>
            <p:cNvSpPr/>
            <p:nvPr/>
          </p:nvSpPr>
          <p:spPr>
            <a:xfrm>
              <a:off x="179705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8" name="Google Shape;12628;p19"/>
            <p:cNvSpPr/>
            <p:nvPr/>
          </p:nvSpPr>
          <p:spPr>
            <a:xfrm>
              <a:off x="179705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9" name="Google Shape;12629;p19"/>
            <p:cNvSpPr/>
            <p:nvPr/>
          </p:nvSpPr>
          <p:spPr>
            <a:xfrm>
              <a:off x="179705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0" name="Google Shape;12630;p19"/>
            <p:cNvSpPr/>
            <p:nvPr/>
          </p:nvSpPr>
          <p:spPr>
            <a:xfrm>
              <a:off x="179705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1" name="Google Shape;12631;p19"/>
            <p:cNvSpPr/>
            <p:nvPr/>
          </p:nvSpPr>
          <p:spPr>
            <a:xfrm>
              <a:off x="179705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2" name="Google Shape;12632;p19"/>
            <p:cNvSpPr/>
            <p:nvPr/>
          </p:nvSpPr>
          <p:spPr>
            <a:xfrm>
              <a:off x="179705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3" name="Google Shape;12633;p19"/>
            <p:cNvSpPr/>
            <p:nvPr/>
          </p:nvSpPr>
          <p:spPr>
            <a:xfrm>
              <a:off x="179705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4" name="Google Shape;12634;p19"/>
            <p:cNvSpPr/>
            <p:nvPr/>
          </p:nvSpPr>
          <p:spPr>
            <a:xfrm>
              <a:off x="179705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5" name="Google Shape;12635;p19"/>
            <p:cNvSpPr/>
            <p:nvPr/>
          </p:nvSpPr>
          <p:spPr>
            <a:xfrm>
              <a:off x="179703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6" name="Google Shape;12636;p19"/>
            <p:cNvSpPr/>
            <p:nvPr/>
          </p:nvSpPr>
          <p:spPr>
            <a:xfrm>
              <a:off x="179703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7" name="Google Shape;12637;p19"/>
            <p:cNvSpPr/>
            <p:nvPr/>
          </p:nvSpPr>
          <p:spPr>
            <a:xfrm>
              <a:off x="179703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8" name="Google Shape;12638;p19"/>
            <p:cNvSpPr/>
            <p:nvPr/>
          </p:nvSpPr>
          <p:spPr>
            <a:xfrm>
              <a:off x="179703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9" name="Google Shape;12639;p19"/>
            <p:cNvSpPr/>
            <p:nvPr/>
          </p:nvSpPr>
          <p:spPr>
            <a:xfrm>
              <a:off x="179703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0" name="Google Shape;12640;p19"/>
            <p:cNvSpPr/>
            <p:nvPr/>
          </p:nvSpPr>
          <p:spPr>
            <a:xfrm>
              <a:off x="179703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1" name="Google Shape;12641;p19"/>
            <p:cNvSpPr/>
            <p:nvPr/>
          </p:nvSpPr>
          <p:spPr>
            <a:xfrm>
              <a:off x="179702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2" name="Google Shape;12642;p19"/>
            <p:cNvSpPr/>
            <p:nvPr/>
          </p:nvSpPr>
          <p:spPr>
            <a:xfrm>
              <a:off x="179702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3" name="Google Shape;12643;p19"/>
            <p:cNvSpPr/>
            <p:nvPr/>
          </p:nvSpPr>
          <p:spPr>
            <a:xfrm>
              <a:off x="204274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4" name="Google Shape;12644;p19"/>
            <p:cNvSpPr/>
            <p:nvPr/>
          </p:nvSpPr>
          <p:spPr>
            <a:xfrm>
              <a:off x="204274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5" name="Google Shape;12645;p19"/>
            <p:cNvSpPr/>
            <p:nvPr/>
          </p:nvSpPr>
          <p:spPr>
            <a:xfrm>
              <a:off x="204274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6" name="Google Shape;12646;p19"/>
            <p:cNvSpPr/>
            <p:nvPr/>
          </p:nvSpPr>
          <p:spPr>
            <a:xfrm>
              <a:off x="204274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7" name="Google Shape;12647;p19"/>
            <p:cNvSpPr/>
            <p:nvPr/>
          </p:nvSpPr>
          <p:spPr>
            <a:xfrm>
              <a:off x="204274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8" name="Google Shape;12648;p19"/>
            <p:cNvSpPr/>
            <p:nvPr/>
          </p:nvSpPr>
          <p:spPr>
            <a:xfrm>
              <a:off x="204274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9" name="Google Shape;12649;p19"/>
            <p:cNvSpPr/>
            <p:nvPr/>
          </p:nvSpPr>
          <p:spPr>
            <a:xfrm>
              <a:off x="204274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0" name="Google Shape;12650;p19"/>
            <p:cNvSpPr/>
            <p:nvPr/>
          </p:nvSpPr>
          <p:spPr>
            <a:xfrm>
              <a:off x="204274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1" name="Google Shape;12651;p19"/>
            <p:cNvSpPr/>
            <p:nvPr/>
          </p:nvSpPr>
          <p:spPr>
            <a:xfrm>
              <a:off x="204274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2" name="Google Shape;12652;p19"/>
            <p:cNvSpPr/>
            <p:nvPr/>
          </p:nvSpPr>
          <p:spPr>
            <a:xfrm>
              <a:off x="204274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3" name="Google Shape;12653;p19"/>
            <p:cNvSpPr/>
            <p:nvPr/>
          </p:nvSpPr>
          <p:spPr>
            <a:xfrm>
              <a:off x="204274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4" name="Google Shape;12654;p19"/>
            <p:cNvSpPr/>
            <p:nvPr/>
          </p:nvSpPr>
          <p:spPr>
            <a:xfrm>
              <a:off x="204274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5" name="Google Shape;12655;p19"/>
            <p:cNvSpPr/>
            <p:nvPr/>
          </p:nvSpPr>
          <p:spPr>
            <a:xfrm>
              <a:off x="204273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6" name="Google Shape;12656;p19"/>
            <p:cNvSpPr/>
            <p:nvPr/>
          </p:nvSpPr>
          <p:spPr>
            <a:xfrm>
              <a:off x="204273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7" name="Google Shape;12657;p19"/>
            <p:cNvSpPr/>
            <p:nvPr/>
          </p:nvSpPr>
          <p:spPr>
            <a:xfrm>
              <a:off x="204273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8" name="Google Shape;12658;p19"/>
            <p:cNvSpPr/>
            <p:nvPr/>
          </p:nvSpPr>
          <p:spPr>
            <a:xfrm>
              <a:off x="204273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9" name="Google Shape;12659;p19"/>
            <p:cNvSpPr/>
            <p:nvPr/>
          </p:nvSpPr>
          <p:spPr>
            <a:xfrm>
              <a:off x="204273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0" name="Google Shape;12660;p19"/>
            <p:cNvSpPr/>
            <p:nvPr/>
          </p:nvSpPr>
          <p:spPr>
            <a:xfrm>
              <a:off x="204273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1" name="Google Shape;12661;p19"/>
            <p:cNvSpPr/>
            <p:nvPr/>
          </p:nvSpPr>
          <p:spPr>
            <a:xfrm>
              <a:off x="204272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2" name="Google Shape;12662;p19"/>
            <p:cNvSpPr/>
            <p:nvPr/>
          </p:nvSpPr>
          <p:spPr>
            <a:xfrm>
              <a:off x="204272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3" name="Google Shape;12663;p19"/>
            <p:cNvSpPr/>
            <p:nvPr/>
          </p:nvSpPr>
          <p:spPr>
            <a:xfrm>
              <a:off x="228844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4" name="Google Shape;12664;p19"/>
            <p:cNvSpPr/>
            <p:nvPr/>
          </p:nvSpPr>
          <p:spPr>
            <a:xfrm>
              <a:off x="228844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5" name="Google Shape;12665;p19"/>
            <p:cNvSpPr/>
            <p:nvPr/>
          </p:nvSpPr>
          <p:spPr>
            <a:xfrm>
              <a:off x="228844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6" name="Google Shape;12666;p19"/>
            <p:cNvSpPr/>
            <p:nvPr/>
          </p:nvSpPr>
          <p:spPr>
            <a:xfrm>
              <a:off x="228844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7" name="Google Shape;12667;p19"/>
            <p:cNvSpPr/>
            <p:nvPr/>
          </p:nvSpPr>
          <p:spPr>
            <a:xfrm>
              <a:off x="228844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8" name="Google Shape;12668;p19"/>
            <p:cNvSpPr/>
            <p:nvPr/>
          </p:nvSpPr>
          <p:spPr>
            <a:xfrm>
              <a:off x="228844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9" name="Google Shape;12669;p19"/>
            <p:cNvSpPr/>
            <p:nvPr/>
          </p:nvSpPr>
          <p:spPr>
            <a:xfrm>
              <a:off x="228844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0" name="Google Shape;12670;p19"/>
            <p:cNvSpPr/>
            <p:nvPr/>
          </p:nvSpPr>
          <p:spPr>
            <a:xfrm>
              <a:off x="228844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1" name="Google Shape;12671;p19"/>
            <p:cNvSpPr/>
            <p:nvPr/>
          </p:nvSpPr>
          <p:spPr>
            <a:xfrm>
              <a:off x="228844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2" name="Google Shape;12672;p19"/>
            <p:cNvSpPr/>
            <p:nvPr/>
          </p:nvSpPr>
          <p:spPr>
            <a:xfrm>
              <a:off x="228844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3" name="Google Shape;12673;p19"/>
            <p:cNvSpPr/>
            <p:nvPr/>
          </p:nvSpPr>
          <p:spPr>
            <a:xfrm>
              <a:off x="228844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4" name="Google Shape;12674;p19"/>
            <p:cNvSpPr/>
            <p:nvPr/>
          </p:nvSpPr>
          <p:spPr>
            <a:xfrm>
              <a:off x="228844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5" name="Google Shape;12675;p19"/>
            <p:cNvSpPr/>
            <p:nvPr/>
          </p:nvSpPr>
          <p:spPr>
            <a:xfrm>
              <a:off x="228842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6" name="Google Shape;12676;p19"/>
            <p:cNvSpPr/>
            <p:nvPr/>
          </p:nvSpPr>
          <p:spPr>
            <a:xfrm>
              <a:off x="228842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7" name="Google Shape;12677;p19"/>
            <p:cNvSpPr/>
            <p:nvPr/>
          </p:nvSpPr>
          <p:spPr>
            <a:xfrm>
              <a:off x="228842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8" name="Google Shape;12678;p19"/>
            <p:cNvSpPr/>
            <p:nvPr/>
          </p:nvSpPr>
          <p:spPr>
            <a:xfrm>
              <a:off x="228842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9" name="Google Shape;12679;p19"/>
            <p:cNvSpPr/>
            <p:nvPr/>
          </p:nvSpPr>
          <p:spPr>
            <a:xfrm>
              <a:off x="228842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0" name="Google Shape;12680;p19"/>
            <p:cNvSpPr/>
            <p:nvPr/>
          </p:nvSpPr>
          <p:spPr>
            <a:xfrm>
              <a:off x="228842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1" name="Google Shape;12681;p19"/>
            <p:cNvSpPr/>
            <p:nvPr/>
          </p:nvSpPr>
          <p:spPr>
            <a:xfrm>
              <a:off x="228841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2" name="Google Shape;12682;p19"/>
            <p:cNvSpPr/>
            <p:nvPr/>
          </p:nvSpPr>
          <p:spPr>
            <a:xfrm>
              <a:off x="228841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3" name="Google Shape;12683;p19"/>
            <p:cNvSpPr/>
            <p:nvPr/>
          </p:nvSpPr>
          <p:spPr>
            <a:xfrm>
              <a:off x="253413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4" name="Google Shape;12684;p19"/>
            <p:cNvSpPr/>
            <p:nvPr/>
          </p:nvSpPr>
          <p:spPr>
            <a:xfrm>
              <a:off x="253413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5" name="Google Shape;12685;p19"/>
            <p:cNvSpPr/>
            <p:nvPr/>
          </p:nvSpPr>
          <p:spPr>
            <a:xfrm>
              <a:off x="253413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6" name="Google Shape;12686;p19"/>
            <p:cNvSpPr/>
            <p:nvPr/>
          </p:nvSpPr>
          <p:spPr>
            <a:xfrm>
              <a:off x="253413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7" name="Google Shape;12687;p19"/>
            <p:cNvSpPr/>
            <p:nvPr/>
          </p:nvSpPr>
          <p:spPr>
            <a:xfrm>
              <a:off x="253413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8" name="Google Shape;12688;p19"/>
            <p:cNvSpPr/>
            <p:nvPr/>
          </p:nvSpPr>
          <p:spPr>
            <a:xfrm>
              <a:off x="253413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9" name="Google Shape;12689;p19"/>
            <p:cNvSpPr/>
            <p:nvPr/>
          </p:nvSpPr>
          <p:spPr>
            <a:xfrm>
              <a:off x="253413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0" name="Google Shape;12690;p19"/>
            <p:cNvSpPr/>
            <p:nvPr/>
          </p:nvSpPr>
          <p:spPr>
            <a:xfrm>
              <a:off x="253413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1" name="Google Shape;12691;p19"/>
            <p:cNvSpPr/>
            <p:nvPr/>
          </p:nvSpPr>
          <p:spPr>
            <a:xfrm>
              <a:off x="253413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2" name="Google Shape;12692;p19"/>
            <p:cNvSpPr/>
            <p:nvPr/>
          </p:nvSpPr>
          <p:spPr>
            <a:xfrm>
              <a:off x="253413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3" name="Google Shape;12693;p19"/>
            <p:cNvSpPr/>
            <p:nvPr/>
          </p:nvSpPr>
          <p:spPr>
            <a:xfrm>
              <a:off x="253413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4" name="Google Shape;12694;p19"/>
            <p:cNvSpPr/>
            <p:nvPr/>
          </p:nvSpPr>
          <p:spPr>
            <a:xfrm>
              <a:off x="253413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5" name="Google Shape;12695;p19"/>
            <p:cNvSpPr/>
            <p:nvPr/>
          </p:nvSpPr>
          <p:spPr>
            <a:xfrm>
              <a:off x="25341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6" name="Google Shape;12696;p19"/>
            <p:cNvSpPr/>
            <p:nvPr/>
          </p:nvSpPr>
          <p:spPr>
            <a:xfrm>
              <a:off x="25341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7" name="Google Shape;12697;p19"/>
            <p:cNvSpPr/>
            <p:nvPr/>
          </p:nvSpPr>
          <p:spPr>
            <a:xfrm>
              <a:off x="25341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8" name="Google Shape;12698;p19"/>
            <p:cNvSpPr/>
            <p:nvPr/>
          </p:nvSpPr>
          <p:spPr>
            <a:xfrm>
              <a:off x="25341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9" name="Google Shape;12699;p19"/>
            <p:cNvSpPr/>
            <p:nvPr/>
          </p:nvSpPr>
          <p:spPr>
            <a:xfrm>
              <a:off x="25341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0" name="Google Shape;12700;p19"/>
            <p:cNvSpPr/>
            <p:nvPr/>
          </p:nvSpPr>
          <p:spPr>
            <a:xfrm>
              <a:off x="25341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1" name="Google Shape;12701;p19"/>
            <p:cNvSpPr/>
            <p:nvPr/>
          </p:nvSpPr>
          <p:spPr>
            <a:xfrm>
              <a:off x="25341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2" name="Google Shape;12702;p19"/>
            <p:cNvSpPr/>
            <p:nvPr/>
          </p:nvSpPr>
          <p:spPr>
            <a:xfrm>
              <a:off x="25341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3" name="Google Shape;12703;p19"/>
            <p:cNvSpPr/>
            <p:nvPr/>
          </p:nvSpPr>
          <p:spPr>
            <a:xfrm>
              <a:off x="277983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4" name="Google Shape;12704;p19"/>
            <p:cNvSpPr/>
            <p:nvPr/>
          </p:nvSpPr>
          <p:spPr>
            <a:xfrm>
              <a:off x="277983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5" name="Google Shape;12705;p19"/>
            <p:cNvSpPr/>
            <p:nvPr/>
          </p:nvSpPr>
          <p:spPr>
            <a:xfrm>
              <a:off x="277983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6" name="Google Shape;12706;p19"/>
            <p:cNvSpPr/>
            <p:nvPr/>
          </p:nvSpPr>
          <p:spPr>
            <a:xfrm>
              <a:off x="277983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7" name="Google Shape;12707;p19"/>
            <p:cNvSpPr/>
            <p:nvPr/>
          </p:nvSpPr>
          <p:spPr>
            <a:xfrm>
              <a:off x="277983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8" name="Google Shape;12708;p19"/>
            <p:cNvSpPr/>
            <p:nvPr/>
          </p:nvSpPr>
          <p:spPr>
            <a:xfrm>
              <a:off x="277983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9" name="Google Shape;12709;p19"/>
            <p:cNvSpPr/>
            <p:nvPr/>
          </p:nvSpPr>
          <p:spPr>
            <a:xfrm>
              <a:off x="277983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0" name="Google Shape;12710;p19"/>
            <p:cNvSpPr/>
            <p:nvPr/>
          </p:nvSpPr>
          <p:spPr>
            <a:xfrm>
              <a:off x="277983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1" name="Google Shape;12711;p19"/>
            <p:cNvSpPr/>
            <p:nvPr/>
          </p:nvSpPr>
          <p:spPr>
            <a:xfrm>
              <a:off x="277983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2" name="Google Shape;12712;p19"/>
            <p:cNvSpPr/>
            <p:nvPr/>
          </p:nvSpPr>
          <p:spPr>
            <a:xfrm>
              <a:off x="277983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3" name="Google Shape;12713;p19"/>
            <p:cNvSpPr/>
            <p:nvPr/>
          </p:nvSpPr>
          <p:spPr>
            <a:xfrm>
              <a:off x="277983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4" name="Google Shape;12714;p19"/>
            <p:cNvSpPr/>
            <p:nvPr/>
          </p:nvSpPr>
          <p:spPr>
            <a:xfrm>
              <a:off x="277983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5" name="Google Shape;12715;p19"/>
            <p:cNvSpPr/>
            <p:nvPr/>
          </p:nvSpPr>
          <p:spPr>
            <a:xfrm>
              <a:off x="277981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6" name="Google Shape;12716;p19"/>
            <p:cNvSpPr/>
            <p:nvPr/>
          </p:nvSpPr>
          <p:spPr>
            <a:xfrm>
              <a:off x="277981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7" name="Google Shape;12717;p19"/>
            <p:cNvSpPr/>
            <p:nvPr/>
          </p:nvSpPr>
          <p:spPr>
            <a:xfrm>
              <a:off x="277981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8" name="Google Shape;12718;p19"/>
            <p:cNvSpPr/>
            <p:nvPr/>
          </p:nvSpPr>
          <p:spPr>
            <a:xfrm>
              <a:off x="277981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9" name="Google Shape;12719;p19"/>
            <p:cNvSpPr/>
            <p:nvPr/>
          </p:nvSpPr>
          <p:spPr>
            <a:xfrm>
              <a:off x="277981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0" name="Google Shape;12720;p19"/>
            <p:cNvSpPr/>
            <p:nvPr/>
          </p:nvSpPr>
          <p:spPr>
            <a:xfrm>
              <a:off x="277981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1" name="Google Shape;12721;p19"/>
            <p:cNvSpPr/>
            <p:nvPr/>
          </p:nvSpPr>
          <p:spPr>
            <a:xfrm>
              <a:off x="277980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2" name="Google Shape;12722;p19"/>
            <p:cNvSpPr/>
            <p:nvPr/>
          </p:nvSpPr>
          <p:spPr>
            <a:xfrm>
              <a:off x="277980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3" name="Google Shape;12723;p19"/>
            <p:cNvSpPr/>
            <p:nvPr/>
          </p:nvSpPr>
          <p:spPr>
            <a:xfrm>
              <a:off x="302552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4" name="Google Shape;12724;p19"/>
            <p:cNvSpPr/>
            <p:nvPr/>
          </p:nvSpPr>
          <p:spPr>
            <a:xfrm>
              <a:off x="302552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5" name="Google Shape;12725;p19"/>
            <p:cNvSpPr/>
            <p:nvPr/>
          </p:nvSpPr>
          <p:spPr>
            <a:xfrm>
              <a:off x="302552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6" name="Google Shape;12726;p19"/>
            <p:cNvSpPr/>
            <p:nvPr/>
          </p:nvSpPr>
          <p:spPr>
            <a:xfrm>
              <a:off x="302552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7" name="Google Shape;12727;p19"/>
            <p:cNvSpPr/>
            <p:nvPr/>
          </p:nvSpPr>
          <p:spPr>
            <a:xfrm>
              <a:off x="302552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8" name="Google Shape;12728;p19"/>
            <p:cNvSpPr/>
            <p:nvPr/>
          </p:nvSpPr>
          <p:spPr>
            <a:xfrm>
              <a:off x="302552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9" name="Google Shape;12729;p19"/>
            <p:cNvSpPr/>
            <p:nvPr/>
          </p:nvSpPr>
          <p:spPr>
            <a:xfrm>
              <a:off x="302552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0" name="Google Shape;12730;p19"/>
            <p:cNvSpPr/>
            <p:nvPr/>
          </p:nvSpPr>
          <p:spPr>
            <a:xfrm>
              <a:off x="302552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1" name="Google Shape;12731;p19"/>
            <p:cNvSpPr/>
            <p:nvPr/>
          </p:nvSpPr>
          <p:spPr>
            <a:xfrm>
              <a:off x="302552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2" name="Google Shape;12732;p19"/>
            <p:cNvSpPr/>
            <p:nvPr/>
          </p:nvSpPr>
          <p:spPr>
            <a:xfrm>
              <a:off x="302552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3" name="Google Shape;12733;p19"/>
            <p:cNvSpPr/>
            <p:nvPr/>
          </p:nvSpPr>
          <p:spPr>
            <a:xfrm>
              <a:off x="302552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4" name="Google Shape;12734;p19"/>
            <p:cNvSpPr/>
            <p:nvPr/>
          </p:nvSpPr>
          <p:spPr>
            <a:xfrm>
              <a:off x="302552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5" name="Google Shape;12735;p19"/>
            <p:cNvSpPr/>
            <p:nvPr/>
          </p:nvSpPr>
          <p:spPr>
            <a:xfrm>
              <a:off x="302551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6" name="Google Shape;12736;p19"/>
            <p:cNvSpPr/>
            <p:nvPr/>
          </p:nvSpPr>
          <p:spPr>
            <a:xfrm>
              <a:off x="302551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7" name="Google Shape;12737;p19"/>
            <p:cNvSpPr/>
            <p:nvPr/>
          </p:nvSpPr>
          <p:spPr>
            <a:xfrm>
              <a:off x="302551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8" name="Google Shape;12738;p19"/>
            <p:cNvSpPr/>
            <p:nvPr/>
          </p:nvSpPr>
          <p:spPr>
            <a:xfrm>
              <a:off x="302551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9" name="Google Shape;12739;p19"/>
            <p:cNvSpPr/>
            <p:nvPr/>
          </p:nvSpPr>
          <p:spPr>
            <a:xfrm>
              <a:off x="302551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0" name="Google Shape;12740;p19"/>
            <p:cNvSpPr/>
            <p:nvPr/>
          </p:nvSpPr>
          <p:spPr>
            <a:xfrm>
              <a:off x="302551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1" name="Google Shape;12741;p19"/>
            <p:cNvSpPr/>
            <p:nvPr/>
          </p:nvSpPr>
          <p:spPr>
            <a:xfrm>
              <a:off x="302550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2" name="Google Shape;12742;p19"/>
            <p:cNvSpPr/>
            <p:nvPr/>
          </p:nvSpPr>
          <p:spPr>
            <a:xfrm>
              <a:off x="302550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3" name="Google Shape;12743;p19"/>
            <p:cNvSpPr/>
            <p:nvPr/>
          </p:nvSpPr>
          <p:spPr>
            <a:xfrm>
              <a:off x="327122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4" name="Google Shape;12744;p19"/>
            <p:cNvSpPr/>
            <p:nvPr/>
          </p:nvSpPr>
          <p:spPr>
            <a:xfrm>
              <a:off x="327122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5" name="Google Shape;12745;p19"/>
            <p:cNvSpPr/>
            <p:nvPr/>
          </p:nvSpPr>
          <p:spPr>
            <a:xfrm>
              <a:off x="327122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6" name="Google Shape;12746;p19"/>
            <p:cNvSpPr/>
            <p:nvPr/>
          </p:nvSpPr>
          <p:spPr>
            <a:xfrm>
              <a:off x="327122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7" name="Google Shape;12747;p19"/>
            <p:cNvSpPr/>
            <p:nvPr/>
          </p:nvSpPr>
          <p:spPr>
            <a:xfrm>
              <a:off x="327122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8" name="Google Shape;12748;p19"/>
            <p:cNvSpPr/>
            <p:nvPr/>
          </p:nvSpPr>
          <p:spPr>
            <a:xfrm>
              <a:off x="327122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9" name="Google Shape;12749;p19"/>
            <p:cNvSpPr/>
            <p:nvPr/>
          </p:nvSpPr>
          <p:spPr>
            <a:xfrm>
              <a:off x="327122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0" name="Google Shape;12750;p19"/>
            <p:cNvSpPr/>
            <p:nvPr/>
          </p:nvSpPr>
          <p:spPr>
            <a:xfrm>
              <a:off x="327122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1" name="Google Shape;12751;p19"/>
            <p:cNvSpPr/>
            <p:nvPr/>
          </p:nvSpPr>
          <p:spPr>
            <a:xfrm>
              <a:off x="327122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2" name="Google Shape;12752;p19"/>
            <p:cNvSpPr/>
            <p:nvPr/>
          </p:nvSpPr>
          <p:spPr>
            <a:xfrm>
              <a:off x="327122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3" name="Google Shape;12753;p19"/>
            <p:cNvSpPr/>
            <p:nvPr/>
          </p:nvSpPr>
          <p:spPr>
            <a:xfrm>
              <a:off x="327122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4" name="Google Shape;12754;p19"/>
            <p:cNvSpPr/>
            <p:nvPr/>
          </p:nvSpPr>
          <p:spPr>
            <a:xfrm>
              <a:off x="327122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5" name="Google Shape;12755;p19"/>
            <p:cNvSpPr/>
            <p:nvPr/>
          </p:nvSpPr>
          <p:spPr>
            <a:xfrm>
              <a:off x="327121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6" name="Google Shape;12756;p19"/>
            <p:cNvSpPr/>
            <p:nvPr/>
          </p:nvSpPr>
          <p:spPr>
            <a:xfrm>
              <a:off x="327121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7" name="Google Shape;12757;p19"/>
            <p:cNvSpPr/>
            <p:nvPr/>
          </p:nvSpPr>
          <p:spPr>
            <a:xfrm>
              <a:off x="327121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8" name="Google Shape;12758;p19"/>
            <p:cNvSpPr/>
            <p:nvPr/>
          </p:nvSpPr>
          <p:spPr>
            <a:xfrm>
              <a:off x="327121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9" name="Google Shape;12759;p19"/>
            <p:cNvSpPr/>
            <p:nvPr/>
          </p:nvSpPr>
          <p:spPr>
            <a:xfrm>
              <a:off x="327121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0" name="Google Shape;12760;p19"/>
            <p:cNvSpPr/>
            <p:nvPr/>
          </p:nvSpPr>
          <p:spPr>
            <a:xfrm>
              <a:off x="327121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1" name="Google Shape;12761;p19"/>
            <p:cNvSpPr/>
            <p:nvPr/>
          </p:nvSpPr>
          <p:spPr>
            <a:xfrm>
              <a:off x="327119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2" name="Google Shape;12762;p19"/>
            <p:cNvSpPr/>
            <p:nvPr/>
          </p:nvSpPr>
          <p:spPr>
            <a:xfrm>
              <a:off x="327119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3" name="Google Shape;12763;p19"/>
            <p:cNvSpPr/>
            <p:nvPr/>
          </p:nvSpPr>
          <p:spPr>
            <a:xfrm>
              <a:off x="351691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4" name="Google Shape;12764;p19"/>
            <p:cNvSpPr/>
            <p:nvPr/>
          </p:nvSpPr>
          <p:spPr>
            <a:xfrm>
              <a:off x="351691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5" name="Google Shape;12765;p19"/>
            <p:cNvSpPr/>
            <p:nvPr/>
          </p:nvSpPr>
          <p:spPr>
            <a:xfrm>
              <a:off x="351691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6" name="Google Shape;12766;p19"/>
            <p:cNvSpPr/>
            <p:nvPr/>
          </p:nvSpPr>
          <p:spPr>
            <a:xfrm>
              <a:off x="351691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7" name="Google Shape;12767;p19"/>
            <p:cNvSpPr/>
            <p:nvPr/>
          </p:nvSpPr>
          <p:spPr>
            <a:xfrm>
              <a:off x="351691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8" name="Google Shape;12768;p19"/>
            <p:cNvSpPr/>
            <p:nvPr/>
          </p:nvSpPr>
          <p:spPr>
            <a:xfrm>
              <a:off x="351691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9" name="Google Shape;12769;p19"/>
            <p:cNvSpPr/>
            <p:nvPr/>
          </p:nvSpPr>
          <p:spPr>
            <a:xfrm>
              <a:off x="351691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0" name="Google Shape;12770;p19"/>
            <p:cNvSpPr/>
            <p:nvPr/>
          </p:nvSpPr>
          <p:spPr>
            <a:xfrm>
              <a:off x="351691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1" name="Google Shape;12771;p19"/>
            <p:cNvSpPr/>
            <p:nvPr/>
          </p:nvSpPr>
          <p:spPr>
            <a:xfrm>
              <a:off x="351691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2" name="Google Shape;12772;p19"/>
            <p:cNvSpPr/>
            <p:nvPr/>
          </p:nvSpPr>
          <p:spPr>
            <a:xfrm>
              <a:off x="351691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3" name="Google Shape;12773;p19"/>
            <p:cNvSpPr/>
            <p:nvPr/>
          </p:nvSpPr>
          <p:spPr>
            <a:xfrm>
              <a:off x="351691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4" name="Google Shape;12774;p19"/>
            <p:cNvSpPr/>
            <p:nvPr/>
          </p:nvSpPr>
          <p:spPr>
            <a:xfrm>
              <a:off x="351691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5" name="Google Shape;12775;p19"/>
            <p:cNvSpPr/>
            <p:nvPr/>
          </p:nvSpPr>
          <p:spPr>
            <a:xfrm>
              <a:off x="351690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6" name="Google Shape;12776;p19"/>
            <p:cNvSpPr/>
            <p:nvPr/>
          </p:nvSpPr>
          <p:spPr>
            <a:xfrm>
              <a:off x="351690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7" name="Google Shape;12777;p19"/>
            <p:cNvSpPr/>
            <p:nvPr/>
          </p:nvSpPr>
          <p:spPr>
            <a:xfrm>
              <a:off x="351690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8" name="Google Shape;12778;p19"/>
            <p:cNvSpPr/>
            <p:nvPr/>
          </p:nvSpPr>
          <p:spPr>
            <a:xfrm>
              <a:off x="351690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9" name="Google Shape;12779;p19"/>
            <p:cNvSpPr/>
            <p:nvPr/>
          </p:nvSpPr>
          <p:spPr>
            <a:xfrm>
              <a:off x="351690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0" name="Google Shape;12780;p19"/>
            <p:cNvSpPr/>
            <p:nvPr/>
          </p:nvSpPr>
          <p:spPr>
            <a:xfrm>
              <a:off x="351690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1" name="Google Shape;12781;p19"/>
            <p:cNvSpPr/>
            <p:nvPr/>
          </p:nvSpPr>
          <p:spPr>
            <a:xfrm>
              <a:off x="351689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2" name="Google Shape;12782;p19"/>
            <p:cNvSpPr/>
            <p:nvPr/>
          </p:nvSpPr>
          <p:spPr>
            <a:xfrm>
              <a:off x="351689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3" name="Google Shape;12783;p19"/>
            <p:cNvSpPr/>
            <p:nvPr/>
          </p:nvSpPr>
          <p:spPr>
            <a:xfrm>
              <a:off x="37626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4" name="Google Shape;12784;p19"/>
            <p:cNvSpPr/>
            <p:nvPr/>
          </p:nvSpPr>
          <p:spPr>
            <a:xfrm>
              <a:off x="37626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5" name="Google Shape;12785;p19"/>
            <p:cNvSpPr/>
            <p:nvPr/>
          </p:nvSpPr>
          <p:spPr>
            <a:xfrm>
              <a:off x="37626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6" name="Google Shape;12786;p19"/>
            <p:cNvSpPr/>
            <p:nvPr/>
          </p:nvSpPr>
          <p:spPr>
            <a:xfrm>
              <a:off x="37626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7" name="Google Shape;12787;p19"/>
            <p:cNvSpPr/>
            <p:nvPr/>
          </p:nvSpPr>
          <p:spPr>
            <a:xfrm>
              <a:off x="37626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8" name="Google Shape;12788;p19"/>
            <p:cNvSpPr/>
            <p:nvPr/>
          </p:nvSpPr>
          <p:spPr>
            <a:xfrm>
              <a:off x="37626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9" name="Google Shape;12789;p19"/>
            <p:cNvSpPr/>
            <p:nvPr/>
          </p:nvSpPr>
          <p:spPr>
            <a:xfrm>
              <a:off x="37626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0" name="Google Shape;12790;p19"/>
            <p:cNvSpPr/>
            <p:nvPr/>
          </p:nvSpPr>
          <p:spPr>
            <a:xfrm>
              <a:off x="37626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1" name="Google Shape;12791;p19"/>
            <p:cNvSpPr/>
            <p:nvPr/>
          </p:nvSpPr>
          <p:spPr>
            <a:xfrm>
              <a:off x="37626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2" name="Google Shape;12792;p19"/>
            <p:cNvSpPr/>
            <p:nvPr/>
          </p:nvSpPr>
          <p:spPr>
            <a:xfrm>
              <a:off x="37626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3" name="Google Shape;12793;p19"/>
            <p:cNvSpPr/>
            <p:nvPr/>
          </p:nvSpPr>
          <p:spPr>
            <a:xfrm>
              <a:off x="37626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4" name="Google Shape;12794;p19"/>
            <p:cNvSpPr/>
            <p:nvPr/>
          </p:nvSpPr>
          <p:spPr>
            <a:xfrm>
              <a:off x="37626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5" name="Google Shape;12795;p19"/>
            <p:cNvSpPr/>
            <p:nvPr/>
          </p:nvSpPr>
          <p:spPr>
            <a:xfrm>
              <a:off x="37626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6" name="Google Shape;12796;p19"/>
            <p:cNvSpPr/>
            <p:nvPr/>
          </p:nvSpPr>
          <p:spPr>
            <a:xfrm>
              <a:off x="37626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7" name="Google Shape;12797;p19"/>
            <p:cNvSpPr/>
            <p:nvPr/>
          </p:nvSpPr>
          <p:spPr>
            <a:xfrm>
              <a:off x="37626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8" name="Google Shape;12798;p19"/>
            <p:cNvSpPr/>
            <p:nvPr/>
          </p:nvSpPr>
          <p:spPr>
            <a:xfrm>
              <a:off x="37626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9" name="Google Shape;12799;p19"/>
            <p:cNvSpPr/>
            <p:nvPr/>
          </p:nvSpPr>
          <p:spPr>
            <a:xfrm>
              <a:off x="37626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0" name="Google Shape;12800;p19"/>
            <p:cNvSpPr/>
            <p:nvPr/>
          </p:nvSpPr>
          <p:spPr>
            <a:xfrm>
              <a:off x="37626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1" name="Google Shape;12801;p19"/>
            <p:cNvSpPr/>
            <p:nvPr/>
          </p:nvSpPr>
          <p:spPr>
            <a:xfrm>
              <a:off x="37625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2" name="Google Shape;12802;p19"/>
            <p:cNvSpPr/>
            <p:nvPr/>
          </p:nvSpPr>
          <p:spPr>
            <a:xfrm>
              <a:off x="37625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3" name="Google Shape;12803;p19"/>
            <p:cNvSpPr/>
            <p:nvPr/>
          </p:nvSpPr>
          <p:spPr>
            <a:xfrm>
              <a:off x="400830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4" name="Google Shape;12804;p19"/>
            <p:cNvSpPr/>
            <p:nvPr/>
          </p:nvSpPr>
          <p:spPr>
            <a:xfrm>
              <a:off x="400830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5" name="Google Shape;12805;p19"/>
            <p:cNvSpPr/>
            <p:nvPr/>
          </p:nvSpPr>
          <p:spPr>
            <a:xfrm>
              <a:off x="400830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6" name="Google Shape;12806;p19"/>
            <p:cNvSpPr/>
            <p:nvPr/>
          </p:nvSpPr>
          <p:spPr>
            <a:xfrm>
              <a:off x="400830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7" name="Google Shape;12807;p19"/>
            <p:cNvSpPr/>
            <p:nvPr/>
          </p:nvSpPr>
          <p:spPr>
            <a:xfrm>
              <a:off x="400830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8" name="Google Shape;12808;p19"/>
            <p:cNvSpPr/>
            <p:nvPr/>
          </p:nvSpPr>
          <p:spPr>
            <a:xfrm>
              <a:off x="400830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9" name="Google Shape;12809;p19"/>
            <p:cNvSpPr/>
            <p:nvPr/>
          </p:nvSpPr>
          <p:spPr>
            <a:xfrm>
              <a:off x="400830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0" name="Google Shape;12810;p19"/>
            <p:cNvSpPr/>
            <p:nvPr/>
          </p:nvSpPr>
          <p:spPr>
            <a:xfrm>
              <a:off x="400830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1" name="Google Shape;12811;p19"/>
            <p:cNvSpPr/>
            <p:nvPr/>
          </p:nvSpPr>
          <p:spPr>
            <a:xfrm>
              <a:off x="400830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2" name="Google Shape;12812;p19"/>
            <p:cNvSpPr/>
            <p:nvPr/>
          </p:nvSpPr>
          <p:spPr>
            <a:xfrm>
              <a:off x="400830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3" name="Google Shape;12813;p19"/>
            <p:cNvSpPr/>
            <p:nvPr/>
          </p:nvSpPr>
          <p:spPr>
            <a:xfrm>
              <a:off x="400830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4" name="Google Shape;12814;p19"/>
            <p:cNvSpPr/>
            <p:nvPr/>
          </p:nvSpPr>
          <p:spPr>
            <a:xfrm>
              <a:off x="400830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5" name="Google Shape;12815;p19"/>
            <p:cNvSpPr/>
            <p:nvPr/>
          </p:nvSpPr>
          <p:spPr>
            <a:xfrm>
              <a:off x="400829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6" name="Google Shape;12816;p19"/>
            <p:cNvSpPr/>
            <p:nvPr/>
          </p:nvSpPr>
          <p:spPr>
            <a:xfrm>
              <a:off x="400829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7" name="Google Shape;12817;p19"/>
            <p:cNvSpPr/>
            <p:nvPr/>
          </p:nvSpPr>
          <p:spPr>
            <a:xfrm>
              <a:off x="400829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8" name="Google Shape;12818;p19"/>
            <p:cNvSpPr/>
            <p:nvPr/>
          </p:nvSpPr>
          <p:spPr>
            <a:xfrm>
              <a:off x="400829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9" name="Google Shape;12819;p19"/>
            <p:cNvSpPr/>
            <p:nvPr/>
          </p:nvSpPr>
          <p:spPr>
            <a:xfrm>
              <a:off x="400829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0" name="Google Shape;12820;p19"/>
            <p:cNvSpPr/>
            <p:nvPr/>
          </p:nvSpPr>
          <p:spPr>
            <a:xfrm>
              <a:off x="400829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1" name="Google Shape;12821;p19"/>
            <p:cNvSpPr/>
            <p:nvPr/>
          </p:nvSpPr>
          <p:spPr>
            <a:xfrm>
              <a:off x="400828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2" name="Google Shape;12822;p19"/>
            <p:cNvSpPr/>
            <p:nvPr/>
          </p:nvSpPr>
          <p:spPr>
            <a:xfrm>
              <a:off x="400828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3" name="Google Shape;12823;p19"/>
            <p:cNvSpPr/>
            <p:nvPr/>
          </p:nvSpPr>
          <p:spPr>
            <a:xfrm>
              <a:off x="425400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4" name="Google Shape;12824;p19"/>
            <p:cNvSpPr/>
            <p:nvPr/>
          </p:nvSpPr>
          <p:spPr>
            <a:xfrm>
              <a:off x="425400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5" name="Google Shape;12825;p19"/>
            <p:cNvSpPr/>
            <p:nvPr/>
          </p:nvSpPr>
          <p:spPr>
            <a:xfrm>
              <a:off x="425400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6" name="Google Shape;12826;p19"/>
            <p:cNvSpPr/>
            <p:nvPr/>
          </p:nvSpPr>
          <p:spPr>
            <a:xfrm>
              <a:off x="425400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7" name="Google Shape;12827;p19"/>
            <p:cNvSpPr/>
            <p:nvPr/>
          </p:nvSpPr>
          <p:spPr>
            <a:xfrm>
              <a:off x="425400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8" name="Google Shape;12828;p19"/>
            <p:cNvSpPr/>
            <p:nvPr/>
          </p:nvSpPr>
          <p:spPr>
            <a:xfrm>
              <a:off x="425400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9" name="Google Shape;12829;p19"/>
            <p:cNvSpPr/>
            <p:nvPr/>
          </p:nvSpPr>
          <p:spPr>
            <a:xfrm>
              <a:off x="425400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0" name="Google Shape;12830;p19"/>
            <p:cNvSpPr/>
            <p:nvPr/>
          </p:nvSpPr>
          <p:spPr>
            <a:xfrm>
              <a:off x="425400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1" name="Google Shape;12831;p19"/>
            <p:cNvSpPr/>
            <p:nvPr/>
          </p:nvSpPr>
          <p:spPr>
            <a:xfrm>
              <a:off x="425400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2" name="Google Shape;12832;p19"/>
            <p:cNvSpPr/>
            <p:nvPr/>
          </p:nvSpPr>
          <p:spPr>
            <a:xfrm>
              <a:off x="425400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3" name="Google Shape;12833;p19"/>
            <p:cNvSpPr/>
            <p:nvPr/>
          </p:nvSpPr>
          <p:spPr>
            <a:xfrm>
              <a:off x="425400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4" name="Google Shape;12834;p19"/>
            <p:cNvSpPr/>
            <p:nvPr/>
          </p:nvSpPr>
          <p:spPr>
            <a:xfrm>
              <a:off x="425400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5" name="Google Shape;12835;p19"/>
            <p:cNvSpPr/>
            <p:nvPr/>
          </p:nvSpPr>
          <p:spPr>
            <a:xfrm>
              <a:off x="4253991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6" name="Google Shape;12836;p19"/>
            <p:cNvSpPr/>
            <p:nvPr/>
          </p:nvSpPr>
          <p:spPr>
            <a:xfrm>
              <a:off x="4253991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7" name="Google Shape;12837;p19"/>
            <p:cNvSpPr/>
            <p:nvPr/>
          </p:nvSpPr>
          <p:spPr>
            <a:xfrm>
              <a:off x="4253991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8" name="Google Shape;12838;p19"/>
            <p:cNvSpPr/>
            <p:nvPr/>
          </p:nvSpPr>
          <p:spPr>
            <a:xfrm>
              <a:off x="4253991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9" name="Google Shape;12839;p19"/>
            <p:cNvSpPr/>
            <p:nvPr/>
          </p:nvSpPr>
          <p:spPr>
            <a:xfrm>
              <a:off x="4253991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0" name="Google Shape;12840;p19"/>
            <p:cNvSpPr/>
            <p:nvPr/>
          </p:nvSpPr>
          <p:spPr>
            <a:xfrm>
              <a:off x="4253991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1" name="Google Shape;12841;p19"/>
            <p:cNvSpPr/>
            <p:nvPr/>
          </p:nvSpPr>
          <p:spPr>
            <a:xfrm>
              <a:off x="425397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2" name="Google Shape;12842;p19"/>
            <p:cNvSpPr/>
            <p:nvPr/>
          </p:nvSpPr>
          <p:spPr>
            <a:xfrm>
              <a:off x="425397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3" name="Google Shape;12843;p19"/>
            <p:cNvSpPr/>
            <p:nvPr/>
          </p:nvSpPr>
          <p:spPr>
            <a:xfrm>
              <a:off x="449969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4" name="Google Shape;12844;p19"/>
            <p:cNvSpPr/>
            <p:nvPr/>
          </p:nvSpPr>
          <p:spPr>
            <a:xfrm>
              <a:off x="449969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5" name="Google Shape;12845;p19"/>
            <p:cNvSpPr/>
            <p:nvPr/>
          </p:nvSpPr>
          <p:spPr>
            <a:xfrm>
              <a:off x="449969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6" name="Google Shape;12846;p19"/>
            <p:cNvSpPr/>
            <p:nvPr/>
          </p:nvSpPr>
          <p:spPr>
            <a:xfrm>
              <a:off x="449969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7" name="Google Shape;12847;p19"/>
            <p:cNvSpPr/>
            <p:nvPr/>
          </p:nvSpPr>
          <p:spPr>
            <a:xfrm>
              <a:off x="449969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8" name="Google Shape;12848;p19"/>
            <p:cNvSpPr/>
            <p:nvPr/>
          </p:nvSpPr>
          <p:spPr>
            <a:xfrm>
              <a:off x="449969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9" name="Google Shape;12849;p19"/>
            <p:cNvSpPr/>
            <p:nvPr/>
          </p:nvSpPr>
          <p:spPr>
            <a:xfrm>
              <a:off x="449969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0" name="Google Shape;12850;p19"/>
            <p:cNvSpPr/>
            <p:nvPr/>
          </p:nvSpPr>
          <p:spPr>
            <a:xfrm>
              <a:off x="449969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1" name="Google Shape;12851;p19"/>
            <p:cNvSpPr/>
            <p:nvPr/>
          </p:nvSpPr>
          <p:spPr>
            <a:xfrm>
              <a:off x="449969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2" name="Google Shape;12852;p19"/>
            <p:cNvSpPr/>
            <p:nvPr/>
          </p:nvSpPr>
          <p:spPr>
            <a:xfrm>
              <a:off x="449969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3" name="Google Shape;12853;p19"/>
            <p:cNvSpPr/>
            <p:nvPr/>
          </p:nvSpPr>
          <p:spPr>
            <a:xfrm>
              <a:off x="449969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4" name="Google Shape;12854;p19"/>
            <p:cNvSpPr/>
            <p:nvPr/>
          </p:nvSpPr>
          <p:spPr>
            <a:xfrm>
              <a:off x="449969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5" name="Google Shape;12855;p19"/>
            <p:cNvSpPr/>
            <p:nvPr/>
          </p:nvSpPr>
          <p:spPr>
            <a:xfrm>
              <a:off x="449968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6" name="Google Shape;12856;p19"/>
            <p:cNvSpPr/>
            <p:nvPr/>
          </p:nvSpPr>
          <p:spPr>
            <a:xfrm>
              <a:off x="449968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7" name="Google Shape;12857;p19"/>
            <p:cNvSpPr/>
            <p:nvPr/>
          </p:nvSpPr>
          <p:spPr>
            <a:xfrm>
              <a:off x="449968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8" name="Google Shape;12858;p19"/>
            <p:cNvSpPr/>
            <p:nvPr/>
          </p:nvSpPr>
          <p:spPr>
            <a:xfrm>
              <a:off x="449968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9" name="Google Shape;12859;p19"/>
            <p:cNvSpPr/>
            <p:nvPr/>
          </p:nvSpPr>
          <p:spPr>
            <a:xfrm>
              <a:off x="449968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0" name="Google Shape;12860;p19"/>
            <p:cNvSpPr/>
            <p:nvPr/>
          </p:nvSpPr>
          <p:spPr>
            <a:xfrm>
              <a:off x="449968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1" name="Google Shape;12861;p19"/>
            <p:cNvSpPr/>
            <p:nvPr/>
          </p:nvSpPr>
          <p:spPr>
            <a:xfrm>
              <a:off x="449967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2" name="Google Shape;12862;p19"/>
            <p:cNvSpPr/>
            <p:nvPr/>
          </p:nvSpPr>
          <p:spPr>
            <a:xfrm>
              <a:off x="449967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3" name="Google Shape;12863;p19"/>
            <p:cNvSpPr/>
            <p:nvPr/>
          </p:nvSpPr>
          <p:spPr>
            <a:xfrm>
              <a:off x="474539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4" name="Google Shape;12864;p19"/>
            <p:cNvSpPr/>
            <p:nvPr/>
          </p:nvSpPr>
          <p:spPr>
            <a:xfrm>
              <a:off x="474539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5" name="Google Shape;12865;p19"/>
            <p:cNvSpPr/>
            <p:nvPr/>
          </p:nvSpPr>
          <p:spPr>
            <a:xfrm>
              <a:off x="474539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6" name="Google Shape;12866;p19"/>
            <p:cNvSpPr/>
            <p:nvPr/>
          </p:nvSpPr>
          <p:spPr>
            <a:xfrm>
              <a:off x="474539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7" name="Google Shape;12867;p19"/>
            <p:cNvSpPr/>
            <p:nvPr/>
          </p:nvSpPr>
          <p:spPr>
            <a:xfrm>
              <a:off x="474539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8" name="Google Shape;12868;p19"/>
            <p:cNvSpPr/>
            <p:nvPr/>
          </p:nvSpPr>
          <p:spPr>
            <a:xfrm>
              <a:off x="474539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9" name="Google Shape;12869;p19"/>
            <p:cNvSpPr/>
            <p:nvPr/>
          </p:nvSpPr>
          <p:spPr>
            <a:xfrm>
              <a:off x="474539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0" name="Google Shape;12870;p19"/>
            <p:cNvSpPr/>
            <p:nvPr/>
          </p:nvSpPr>
          <p:spPr>
            <a:xfrm>
              <a:off x="474539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1" name="Google Shape;12871;p19"/>
            <p:cNvSpPr/>
            <p:nvPr/>
          </p:nvSpPr>
          <p:spPr>
            <a:xfrm>
              <a:off x="474539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2" name="Google Shape;12872;p19"/>
            <p:cNvSpPr/>
            <p:nvPr/>
          </p:nvSpPr>
          <p:spPr>
            <a:xfrm>
              <a:off x="474539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3" name="Google Shape;12873;p19"/>
            <p:cNvSpPr/>
            <p:nvPr/>
          </p:nvSpPr>
          <p:spPr>
            <a:xfrm>
              <a:off x="474539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4" name="Google Shape;12874;p19"/>
            <p:cNvSpPr/>
            <p:nvPr/>
          </p:nvSpPr>
          <p:spPr>
            <a:xfrm>
              <a:off x="474539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5" name="Google Shape;12875;p19"/>
            <p:cNvSpPr/>
            <p:nvPr/>
          </p:nvSpPr>
          <p:spPr>
            <a:xfrm>
              <a:off x="4745381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6" name="Google Shape;12876;p19"/>
            <p:cNvSpPr/>
            <p:nvPr/>
          </p:nvSpPr>
          <p:spPr>
            <a:xfrm>
              <a:off x="4745381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7" name="Google Shape;12877;p19"/>
            <p:cNvSpPr/>
            <p:nvPr/>
          </p:nvSpPr>
          <p:spPr>
            <a:xfrm>
              <a:off x="4745381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8" name="Google Shape;12878;p19"/>
            <p:cNvSpPr/>
            <p:nvPr/>
          </p:nvSpPr>
          <p:spPr>
            <a:xfrm>
              <a:off x="4745381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9" name="Google Shape;12879;p19"/>
            <p:cNvSpPr/>
            <p:nvPr/>
          </p:nvSpPr>
          <p:spPr>
            <a:xfrm>
              <a:off x="4745381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0" name="Google Shape;12880;p19"/>
            <p:cNvSpPr/>
            <p:nvPr/>
          </p:nvSpPr>
          <p:spPr>
            <a:xfrm>
              <a:off x="4745381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1" name="Google Shape;12881;p19"/>
            <p:cNvSpPr/>
            <p:nvPr/>
          </p:nvSpPr>
          <p:spPr>
            <a:xfrm>
              <a:off x="474536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2" name="Google Shape;12882;p19"/>
            <p:cNvSpPr/>
            <p:nvPr/>
          </p:nvSpPr>
          <p:spPr>
            <a:xfrm>
              <a:off x="474536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3" name="Google Shape;12883;p19"/>
            <p:cNvSpPr/>
            <p:nvPr/>
          </p:nvSpPr>
          <p:spPr>
            <a:xfrm>
              <a:off x="4991089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4" name="Google Shape;12884;p19"/>
            <p:cNvSpPr/>
            <p:nvPr/>
          </p:nvSpPr>
          <p:spPr>
            <a:xfrm>
              <a:off x="4991089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5" name="Google Shape;12885;p19"/>
            <p:cNvSpPr/>
            <p:nvPr/>
          </p:nvSpPr>
          <p:spPr>
            <a:xfrm>
              <a:off x="4991089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6" name="Google Shape;12886;p19"/>
            <p:cNvSpPr/>
            <p:nvPr/>
          </p:nvSpPr>
          <p:spPr>
            <a:xfrm>
              <a:off x="4991089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7" name="Google Shape;12887;p19"/>
            <p:cNvSpPr/>
            <p:nvPr/>
          </p:nvSpPr>
          <p:spPr>
            <a:xfrm>
              <a:off x="4991089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8" name="Google Shape;12888;p19"/>
            <p:cNvSpPr/>
            <p:nvPr/>
          </p:nvSpPr>
          <p:spPr>
            <a:xfrm>
              <a:off x="4991089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9" name="Google Shape;12889;p19"/>
            <p:cNvSpPr/>
            <p:nvPr/>
          </p:nvSpPr>
          <p:spPr>
            <a:xfrm>
              <a:off x="4991089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0" name="Google Shape;12890;p19"/>
            <p:cNvSpPr/>
            <p:nvPr/>
          </p:nvSpPr>
          <p:spPr>
            <a:xfrm>
              <a:off x="4991089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1" name="Google Shape;12891;p19"/>
            <p:cNvSpPr/>
            <p:nvPr/>
          </p:nvSpPr>
          <p:spPr>
            <a:xfrm>
              <a:off x="4991089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2" name="Google Shape;12892;p19"/>
            <p:cNvSpPr/>
            <p:nvPr/>
          </p:nvSpPr>
          <p:spPr>
            <a:xfrm>
              <a:off x="4991089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3" name="Google Shape;12893;p19"/>
            <p:cNvSpPr/>
            <p:nvPr/>
          </p:nvSpPr>
          <p:spPr>
            <a:xfrm>
              <a:off x="4991089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4" name="Google Shape;12894;p19"/>
            <p:cNvSpPr/>
            <p:nvPr/>
          </p:nvSpPr>
          <p:spPr>
            <a:xfrm>
              <a:off x="4991089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5" name="Google Shape;12895;p19"/>
            <p:cNvSpPr/>
            <p:nvPr/>
          </p:nvSpPr>
          <p:spPr>
            <a:xfrm>
              <a:off x="499107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6" name="Google Shape;12896;p19"/>
            <p:cNvSpPr/>
            <p:nvPr/>
          </p:nvSpPr>
          <p:spPr>
            <a:xfrm>
              <a:off x="499107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7" name="Google Shape;12897;p19"/>
            <p:cNvSpPr/>
            <p:nvPr/>
          </p:nvSpPr>
          <p:spPr>
            <a:xfrm>
              <a:off x="499107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8" name="Google Shape;12898;p19"/>
            <p:cNvSpPr/>
            <p:nvPr/>
          </p:nvSpPr>
          <p:spPr>
            <a:xfrm>
              <a:off x="499107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9" name="Google Shape;12899;p19"/>
            <p:cNvSpPr/>
            <p:nvPr/>
          </p:nvSpPr>
          <p:spPr>
            <a:xfrm>
              <a:off x="499107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0" name="Google Shape;12900;p19"/>
            <p:cNvSpPr/>
            <p:nvPr/>
          </p:nvSpPr>
          <p:spPr>
            <a:xfrm>
              <a:off x="499107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1" name="Google Shape;12901;p19"/>
            <p:cNvSpPr/>
            <p:nvPr/>
          </p:nvSpPr>
          <p:spPr>
            <a:xfrm>
              <a:off x="499106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2" name="Google Shape;12902;p19"/>
            <p:cNvSpPr/>
            <p:nvPr/>
          </p:nvSpPr>
          <p:spPr>
            <a:xfrm>
              <a:off x="499106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3" name="Google Shape;12903;p19"/>
            <p:cNvSpPr/>
            <p:nvPr/>
          </p:nvSpPr>
          <p:spPr>
            <a:xfrm>
              <a:off x="523678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4" name="Google Shape;12904;p19"/>
            <p:cNvSpPr/>
            <p:nvPr/>
          </p:nvSpPr>
          <p:spPr>
            <a:xfrm>
              <a:off x="523678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5" name="Google Shape;12905;p19"/>
            <p:cNvSpPr/>
            <p:nvPr/>
          </p:nvSpPr>
          <p:spPr>
            <a:xfrm>
              <a:off x="523678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6" name="Google Shape;12906;p19"/>
            <p:cNvSpPr/>
            <p:nvPr/>
          </p:nvSpPr>
          <p:spPr>
            <a:xfrm>
              <a:off x="523678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7" name="Google Shape;12907;p19"/>
            <p:cNvSpPr/>
            <p:nvPr/>
          </p:nvSpPr>
          <p:spPr>
            <a:xfrm>
              <a:off x="523678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8" name="Google Shape;12908;p19"/>
            <p:cNvSpPr/>
            <p:nvPr/>
          </p:nvSpPr>
          <p:spPr>
            <a:xfrm>
              <a:off x="523678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9" name="Google Shape;12909;p19"/>
            <p:cNvSpPr/>
            <p:nvPr/>
          </p:nvSpPr>
          <p:spPr>
            <a:xfrm>
              <a:off x="523678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0" name="Google Shape;12910;p19"/>
            <p:cNvSpPr/>
            <p:nvPr/>
          </p:nvSpPr>
          <p:spPr>
            <a:xfrm>
              <a:off x="523678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1" name="Google Shape;12911;p19"/>
            <p:cNvSpPr/>
            <p:nvPr/>
          </p:nvSpPr>
          <p:spPr>
            <a:xfrm>
              <a:off x="523678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2" name="Google Shape;12912;p19"/>
            <p:cNvSpPr/>
            <p:nvPr/>
          </p:nvSpPr>
          <p:spPr>
            <a:xfrm>
              <a:off x="523678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3" name="Google Shape;12913;p19"/>
            <p:cNvSpPr/>
            <p:nvPr/>
          </p:nvSpPr>
          <p:spPr>
            <a:xfrm>
              <a:off x="523678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4" name="Google Shape;12914;p19"/>
            <p:cNvSpPr/>
            <p:nvPr/>
          </p:nvSpPr>
          <p:spPr>
            <a:xfrm>
              <a:off x="523678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5" name="Google Shape;12915;p19"/>
            <p:cNvSpPr/>
            <p:nvPr/>
          </p:nvSpPr>
          <p:spPr>
            <a:xfrm>
              <a:off x="523677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6" name="Google Shape;12916;p19"/>
            <p:cNvSpPr/>
            <p:nvPr/>
          </p:nvSpPr>
          <p:spPr>
            <a:xfrm>
              <a:off x="523677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7" name="Google Shape;12917;p19"/>
            <p:cNvSpPr/>
            <p:nvPr/>
          </p:nvSpPr>
          <p:spPr>
            <a:xfrm>
              <a:off x="523677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8" name="Google Shape;12918;p19"/>
            <p:cNvSpPr/>
            <p:nvPr/>
          </p:nvSpPr>
          <p:spPr>
            <a:xfrm>
              <a:off x="523677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9" name="Google Shape;12919;p19"/>
            <p:cNvSpPr/>
            <p:nvPr/>
          </p:nvSpPr>
          <p:spPr>
            <a:xfrm>
              <a:off x="523677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0" name="Google Shape;12920;p19"/>
            <p:cNvSpPr/>
            <p:nvPr/>
          </p:nvSpPr>
          <p:spPr>
            <a:xfrm>
              <a:off x="523677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1" name="Google Shape;12921;p19"/>
            <p:cNvSpPr/>
            <p:nvPr/>
          </p:nvSpPr>
          <p:spPr>
            <a:xfrm>
              <a:off x="523675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2" name="Google Shape;12922;p19"/>
            <p:cNvSpPr/>
            <p:nvPr/>
          </p:nvSpPr>
          <p:spPr>
            <a:xfrm>
              <a:off x="523675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3" name="Google Shape;12923;p19"/>
            <p:cNvSpPr/>
            <p:nvPr/>
          </p:nvSpPr>
          <p:spPr>
            <a:xfrm>
              <a:off x="5482479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4" name="Google Shape;12924;p19"/>
            <p:cNvSpPr/>
            <p:nvPr/>
          </p:nvSpPr>
          <p:spPr>
            <a:xfrm>
              <a:off x="5482479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5" name="Google Shape;12925;p19"/>
            <p:cNvSpPr/>
            <p:nvPr/>
          </p:nvSpPr>
          <p:spPr>
            <a:xfrm>
              <a:off x="5482479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6" name="Google Shape;12926;p19"/>
            <p:cNvSpPr/>
            <p:nvPr/>
          </p:nvSpPr>
          <p:spPr>
            <a:xfrm>
              <a:off x="5482479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7" name="Google Shape;12927;p19"/>
            <p:cNvSpPr/>
            <p:nvPr/>
          </p:nvSpPr>
          <p:spPr>
            <a:xfrm>
              <a:off x="5482479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8" name="Google Shape;12928;p19"/>
            <p:cNvSpPr/>
            <p:nvPr/>
          </p:nvSpPr>
          <p:spPr>
            <a:xfrm>
              <a:off x="5482479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9" name="Google Shape;12929;p19"/>
            <p:cNvSpPr/>
            <p:nvPr/>
          </p:nvSpPr>
          <p:spPr>
            <a:xfrm>
              <a:off x="5482479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0" name="Google Shape;12930;p19"/>
            <p:cNvSpPr/>
            <p:nvPr/>
          </p:nvSpPr>
          <p:spPr>
            <a:xfrm>
              <a:off x="5482479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1" name="Google Shape;12931;p19"/>
            <p:cNvSpPr/>
            <p:nvPr/>
          </p:nvSpPr>
          <p:spPr>
            <a:xfrm>
              <a:off x="5482479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2" name="Google Shape;12932;p19"/>
            <p:cNvSpPr/>
            <p:nvPr/>
          </p:nvSpPr>
          <p:spPr>
            <a:xfrm>
              <a:off x="5482479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3" name="Google Shape;12933;p19"/>
            <p:cNvSpPr/>
            <p:nvPr/>
          </p:nvSpPr>
          <p:spPr>
            <a:xfrm>
              <a:off x="5482479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4" name="Google Shape;12934;p19"/>
            <p:cNvSpPr/>
            <p:nvPr/>
          </p:nvSpPr>
          <p:spPr>
            <a:xfrm>
              <a:off x="5482479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5" name="Google Shape;12935;p19"/>
            <p:cNvSpPr/>
            <p:nvPr/>
          </p:nvSpPr>
          <p:spPr>
            <a:xfrm>
              <a:off x="5482467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6" name="Google Shape;12936;p19"/>
            <p:cNvSpPr/>
            <p:nvPr/>
          </p:nvSpPr>
          <p:spPr>
            <a:xfrm>
              <a:off x="5482467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7" name="Google Shape;12937;p19"/>
            <p:cNvSpPr/>
            <p:nvPr/>
          </p:nvSpPr>
          <p:spPr>
            <a:xfrm>
              <a:off x="5482467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8" name="Google Shape;12938;p19"/>
            <p:cNvSpPr/>
            <p:nvPr/>
          </p:nvSpPr>
          <p:spPr>
            <a:xfrm>
              <a:off x="5482467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9" name="Google Shape;12939;p19"/>
            <p:cNvSpPr/>
            <p:nvPr/>
          </p:nvSpPr>
          <p:spPr>
            <a:xfrm>
              <a:off x="5482467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0" name="Google Shape;12940;p19"/>
            <p:cNvSpPr/>
            <p:nvPr/>
          </p:nvSpPr>
          <p:spPr>
            <a:xfrm>
              <a:off x="5482467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1" name="Google Shape;12941;p19"/>
            <p:cNvSpPr/>
            <p:nvPr/>
          </p:nvSpPr>
          <p:spPr>
            <a:xfrm>
              <a:off x="548245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2" name="Google Shape;12942;p19"/>
            <p:cNvSpPr/>
            <p:nvPr/>
          </p:nvSpPr>
          <p:spPr>
            <a:xfrm>
              <a:off x="548245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3" name="Google Shape;12943;p19"/>
            <p:cNvSpPr/>
            <p:nvPr/>
          </p:nvSpPr>
          <p:spPr>
            <a:xfrm>
              <a:off x="572817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4" name="Google Shape;12944;p19"/>
            <p:cNvSpPr/>
            <p:nvPr/>
          </p:nvSpPr>
          <p:spPr>
            <a:xfrm>
              <a:off x="572817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5" name="Google Shape;12945;p19"/>
            <p:cNvSpPr/>
            <p:nvPr/>
          </p:nvSpPr>
          <p:spPr>
            <a:xfrm>
              <a:off x="572817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6" name="Google Shape;12946;p19"/>
            <p:cNvSpPr/>
            <p:nvPr/>
          </p:nvSpPr>
          <p:spPr>
            <a:xfrm>
              <a:off x="572817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7" name="Google Shape;12947;p19"/>
            <p:cNvSpPr/>
            <p:nvPr/>
          </p:nvSpPr>
          <p:spPr>
            <a:xfrm>
              <a:off x="572817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8" name="Google Shape;12948;p19"/>
            <p:cNvSpPr/>
            <p:nvPr/>
          </p:nvSpPr>
          <p:spPr>
            <a:xfrm>
              <a:off x="572817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9" name="Google Shape;12949;p19"/>
            <p:cNvSpPr/>
            <p:nvPr/>
          </p:nvSpPr>
          <p:spPr>
            <a:xfrm>
              <a:off x="572817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0" name="Google Shape;12950;p19"/>
            <p:cNvSpPr/>
            <p:nvPr/>
          </p:nvSpPr>
          <p:spPr>
            <a:xfrm>
              <a:off x="572817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1" name="Google Shape;12951;p19"/>
            <p:cNvSpPr/>
            <p:nvPr/>
          </p:nvSpPr>
          <p:spPr>
            <a:xfrm>
              <a:off x="572817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2" name="Google Shape;12952;p19"/>
            <p:cNvSpPr/>
            <p:nvPr/>
          </p:nvSpPr>
          <p:spPr>
            <a:xfrm>
              <a:off x="572817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3" name="Google Shape;12953;p19"/>
            <p:cNvSpPr/>
            <p:nvPr/>
          </p:nvSpPr>
          <p:spPr>
            <a:xfrm>
              <a:off x="572817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4" name="Google Shape;12954;p19"/>
            <p:cNvSpPr/>
            <p:nvPr/>
          </p:nvSpPr>
          <p:spPr>
            <a:xfrm>
              <a:off x="572817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5" name="Google Shape;12955;p19"/>
            <p:cNvSpPr/>
            <p:nvPr/>
          </p:nvSpPr>
          <p:spPr>
            <a:xfrm>
              <a:off x="572816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6" name="Google Shape;12956;p19"/>
            <p:cNvSpPr/>
            <p:nvPr/>
          </p:nvSpPr>
          <p:spPr>
            <a:xfrm>
              <a:off x="572816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7" name="Google Shape;12957;p19"/>
            <p:cNvSpPr/>
            <p:nvPr/>
          </p:nvSpPr>
          <p:spPr>
            <a:xfrm>
              <a:off x="572816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8" name="Google Shape;12958;p19"/>
            <p:cNvSpPr/>
            <p:nvPr/>
          </p:nvSpPr>
          <p:spPr>
            <a:xfrm>
              <a:off x="572816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9" name="Google Shape;12959;p19"/>
            <p:cNvSpPr/>
            <p:nvPr/>
          </p:nvSpPr>
          <p:spPr>
            <a:xfrm>
              <a:off x="572816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0" name="Google Shape;12960;p19"/>
            <p:cNvSpPr/>
            <p:nvPr/>
          </p:nvSpPr>
          <p:spPr>
            <a:xfrm>
              <a:off x="572816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1" name="Google Shape;12961;p19"/>
            <p:cNvSpPr/>
            <p:nvPr/>
          </p:nvSpPr>
          <p:spPr>
            <a:xfrm>
              <a:off x="572815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2" name="Google Shape;12962;p19"/>
            <p:cNvSpPr/>
            <p:nvPr/>
          </p:nvSpPr>
          <p:spPr>
            <a:xfrm>
              <a:off x="572815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3" name="Google Shape;12963;p19"/>
            <p:cNvSpPr/>
            <p:nvPr/>
          </p:nvSpPr>
          <p:spPr>
            <a:xfrm>
              <a:off x="597387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4" name="Google Shape;12964;p19"/>
            <p:cNvSpPr/>
            <p:nvPr/>
          </p:nvSpPr>
          <p:spPr>
            <a:xfrm>
              <a:off x="597387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5" name="Google Shape;12965;p19"/>
            <p:cNvSpPr/>
            <p:nvPr/>
          </p:nvSpPr>
          <p:spPr>
            <a:xfrm>
              <a:off x="597387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6" name="Google Shape;12966;p19"/>
            <p:cNvSpPr/>
            <p:nvPr/>
          </p:nvSpPr>
          <p:spPr>
            <a:xfrm>
              <a:off x="597387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7" name="Google Shape;12967;p19"/>
            <p:cNvSpPr/>
            <p:nvPr/>
          </p:nvSpPr>
          <p:spPr>
            <a:xfrm>
              <a:off x="597387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8" name="Google Shape;12968;p19"/>
            <p:cNvSpPr/>
            <p:nvPr/>
          </p:nvSpPr>
          <p:spPr>
            <a:xfrm>
              <a:off x="597387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9" name="Google Shape;12969;p19"/>
            <p:cNvSpPr/>
            <p:nvPr/>
          </p:nvSpPr>
          <p:spPr>
            <a:xfrm>
              <a:off x="597387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0" name="Google Shape;12970;p19"/>
            <p:cNvSpPr/>
            <p:nvPr/>
          </p:nvSpPr>
          <p:spPr>
            <a:xfrm>
              <a:off x="597387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1" name="Google Shape;12971;p19"/>
            <p:cNvSpPr/>
            <p:nvPr/>
          </p:nvSpPr>
          <p:spPr>
            <a:xfrm>
              <a:off x="597387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2" name="Google Shape;12972;p19"/>
            <p:cNvSpPr/>
            <p:nvPr/>
          </p:nvSpPr>
          <p:spPr>
            <a:xfrm>
              <a:off x="597387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3" name="Google Shape;12973;p19"/>
            <p:cNvSpPr/>
            <p:nvPr/>
          </p:nvSpPr>
          <p:spPr>
            <a:xfrm>
              <a:off x="597387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4" name="Google Shape;12974;p19"/>
            <p:cNvSpPr/>
            <p:nvPr/>
          </p:nvSpPr>
          <p:spPr>
            <a:xfrm>
              <a:off x="597387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5" name="Google Shape;12975;p19"/>
            <p:cNvSpPr/>
            <p:nvPr/>
          </p:nvSpPr>
          <p:spPr>
            <a:xfrm>
              <a:off x="5973857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6" name="Google Shape;12976;p19"/>
            <p:cNvSpPr/>
            <p:nvPr/>
          </p:nvSpPr>
          <p:spPr>
            <a:xfrm>
              <a:off x="5973857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7" name="Google Shape;12977;p19"/>
            <p:cNvSpPr/>
            <p:nvPr/>
          </p:nvSpPr>
          <p:spPr>
            <a:xfrm>
              <a:off x="5973857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8" name="Google Shape;12978;p19"/>
            <p:cNvSpPr/>
            <p:nvPr/>
          </p:nvSpPr>
          <p:spPr>
            <a:xfrm>
              <a:off x="5973857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9" name="Google Shape;12979;p19"/>
            <p:cNvSpPr/>
            <p:nvPr/>
          </p:nvSpPr>
          <p:spPr>
            <a:xfrm>
              <a:off x="5973857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0" name="Google Shape;12980;p19"/>
            <p:cNvSpPr/>
            <p:nvPr/>
          </p:nvSpPr>
          <p:spPr>
            <a:xfrm>
              <a:off x="5973857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1" name="Google Shape;12981;p19"/>
            <p:cNvSpPr/>
            <p:nvPr/>
          </p:nvSpPr>
          <p:spPr>
            <a:xfrm>
              <a:off x="597384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2" name="Google Shape;12982;p19"/>
            <p:cNvSpPr/>
            <p:nvPr/>
          </p:nvSpPr>
          <p:spPr>
            <a:xfrm>
              <a:off x="597384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3" name="Google Shape;12983;p19"/>
            <p:cNvSpPr/>
            <p:nvPr/>
          </p:nvSpPr>
          <p:spPr>
            <a:xfrm>
              <a:off x="621956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4" name="Google Shape;12984;p19"/>
            <p:cNvSpPr/>
            <p:nvPr/>
          </p:nvSpPr>
          <p:spPr>
            <a:xfrm>
              <a:off x="621956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5" name="Google Shape;12985;p19"/>
            <p:cNvSpPr/>
            <p:nvPr/>
          </p:nvSpPr>
          <p:spPr>
            <a:xfrm>
              <a:off x="621956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6" name="Google Shape;12986;p19"/>
            <p:cNvSpPr/>
            <p:nvPr/>
          </p:nvSpPr>
          <p:spPr>
            <a:xfrm>
              <a:off x="621956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7" name="Google Shape;12987;p19"/>
            <p:cNvSpPr/>
            <p:nvPr/>
          </p:nvSpPr>
          <p:spPr>
            <a:xfrm>
              <a:off x="621956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8" name="Google Shape;12988;p19"/>
            <p:cNvSpPr/>
            <p:nvPr/>
          </p:nvSpPr>
          <p:spPr>
            <a:xfrm>
              <a:off x="621956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9" name="Google Shape;12989;p19"/>
            <p:cNvSpPr/>
            <p:nvPr/>
          </p:nvSpPr>
          <p:spPr>
            <a:xfrm>
              <a:off x="621956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0" name="Google Shape;12990;p19"/>
            <p:cNvSpPr/>
            <p:nvPr/>
          </p:nvSpPr>
          <p:spPr>
            <a:xfrm>
              <a:off x="621956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1" name="Google Shape;12991;p19"/>
            <p:cNvSpPr/>
            <p:nvPr/>
          </p:nvSpPr>
          <p:spPr>
            <a:xfrm>
              <a:off x="621956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2" name="Google Shape;12992;p19"/>
            <p:cNvSpPr/>
            <p:nvPr/>
          </p:nvSpPr>
          <p:spPr>
            <a:xfrm>
              <a:off x="621956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3" name="Google Shape;12993;p19"/>
            <p:cNvSpPr/>
            <p:nvPr/>
          </p:nvSpPr>
          <p:spPr>
            <a:xfrm>
              <a:off x="621956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4" name="Google Shape;12994;p19"/>
            <p:cNvSpPr/>
            <p:nvPr/>
          </p:nvSpPr>
          <p:spPr>
            <a:xfrm>
              <a:off x="621956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5" name="Google Shape;12995;p19"/>
            <p:cNvSpPr/>
            <p:nvPr/>
          </p:nvSpPr>
          <p:spPr>
            <a:xfrm>
              <a:off x="621955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6" name="Google Shape;12996;p19"/>
            <p:cNvSpPr/>
            <p:nvPr/>
          </p:nvSpPr>
          <p:spPr>
            <a:xfrm>
              <a:off x="621955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7" name="Google Shape;12997;p19"/>
            <p:cNvSpPr/>
            <p:nvPr/>
          </p:nvSpPr>
          <p:spPr>
            <a:xfrm>
              <a:off x="621955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8" name="Google Shape;12998;p19"/>
            <p:cNvSpPr/>
            <p:nvPr/>
          </p:nvSpPr>
          <p:spPr>
            <a:xfrm>
              <a:off x="621955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9" name="Google Shape;12999;p19"/>
            <p:cNvSpPr/>
            <p:nvPr/>
          </p:nvSpPr>
          <p:spPr>
            <a:xfrm>
              <a:off x="621955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0" name="Google Shape;13000;p19"/>
            <p:cNvSpPr/>
            <p:nvPr/>
          </p:nvSpPr>
          <p:spPr>
            <a:xfrm>
              <a:off x="621955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1" name="Google Shape;13001;p19"/>
            <p:cNvSpPr/>
            <p:nvPr/>
          </p:nvSpPr>
          <p:spPr>
            <a:xfrm>
              <a:off x="621954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2" name="Google Shape;13002;p19"/>
            <p:cNvSpPr/>
            <p:nvPr/>
          </p:nvSpPr>
          <p:spPr>
            <a:xfrm>
              <a:off x="621954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3" name="Google Shape;13003;p19"/>
            <p:cNvSpPr/>
            <p:nvPr/>
          </p:nvSpPr>
          <p:spPr>
            <a:xfrm>
              <a:off x="646526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4" name="Google Shape;13004;p19"/>
            <p:cNvSpPr/>
            <p:nvPr/>
          </p:nvSpPr>
          <p:spPr>
            <a:xfrm>
              <a:off x="646526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5" name="Google Shape;13005;p19"/>
            <p:cNvSpPr/>
            <p:nvPr/>
          </p:nvSpPr>
          <p:spPr>
            <a:xfrm>
              <a:off x="646526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6" name="Google Shape;13006;p19"/>
            <p:cNvSpPr/>
            <p:nvPr/>
          </p:nvSpPr>
          <p:spPr>
            <a:xfrm>
              <a:off x="646526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7" name="Google Shape;13007;p19"/>
            <p:cNvSpPr/>
            <p:nvPr/>
          </p:nvSpPr>
          <p:spPr>
            <a:xfrm>
              <a:off x="646526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8" name="Google Shape;13008;p19"/>
            <p:cNvSpPr/>
            <p:nvPr/>
          </p:nvSpPr>
          <p:spPr>
            <a:xfrm>
              <a:off x="646526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9" name="Google Shape;13009;p19"/>
            <p:cNvSpPr/>
            <p:nvPr/>
          </p:nvSpPr>
          <p:spPr>
            <a:xfrm>
              <a:off x="646526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0" name="Google Shape;13010;p19"/>
            <p:cNvSpPr/>
            <p:nvPr/>
          </p:nvSpPr>
          <p:spPr>
            <a:xfrm>
              <a:off x="646526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1" name="Google Shape;13011;p19"/>
            <p:cNvSpPr/>
            <p:nvPr/>
          </p:nvSpPr>
          <p:spPr>
            <a:xfrm>
              <a:off x="646526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2" name="Google Shape;13012;p19"/>
            <p:cNvSpPr/>
            <p:nvPr/>
          </p:nvSpPr>
          <p:spPr>
            <a:xfrm>
              <a:off x="646526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3" name="Google Shape;13013;p19"/>
            <p:cNvSpPr/>
            <p:nvPr/>
          </p:nvSpPr>
          <p:spPr>
            <a:xfrm>
              <a:off x="646526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4" name="Google Shape;13014;p19"/>
            <p:cNvSpPr/>
            <p:nvPr/>
          </p:nvSpPr>
          <p:spPr>
            <a:xfrm>
              <a:off x="646526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5" name="Google Shape;13015;p19"/>
            <p:cNvSpPr/>
            <p:nvPr/>
          </p:nvSpPr>
          <p:spPr>
            <a:xfrm>
              <a:off x="646524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6" name="Google Shape;13016;p19"/>
            <p:cNvSpPr/>
            <p:nvPr/>
          </p:nvSpPr>
          <p:spPr>
            <a:xfrm>
              <a:off x="646524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7" name="Google Shape;13017;p19"/>
            <p:cNvSpPr/>
            <p:nvPr/>
          </p:nvSpPr>
          <p:spPr>
            <a:xfrm>
              <a:off x="646524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8" name="Google Shape;13018;p19"/>
            <p:cNvSpPr/>
            <p:nvPr/>
          </p:nvSpPr>
          <p:spPr>
            <a:xfrm>
              <a:off x="646524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9" name="Google Shape;13019;p19"/>
            <p:cNvSpPr/>
            <p:nvPr/>
          </p:nvSpPr>
          <p:spPr>
            <a:xfrm>
              <a:off x="646524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0" name="Google Shape;13020;p19"/>
            <p:cNvSpPr/>
            <p:nvPr/>
          </p:nvSpPr>
          <p:spPr>
            <a:xfrm>
              <a:off x="646524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1" name="Google Shape;13021;p19"/>
            <p:cNvSpPr/>
            <p:nvPr/>
          </p:nvSpPr>
          <p:spPr>
            <a:xfrm>
              <a:off x="646523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2" name="Google Shape;13022;p19"/>
            <p:cNvSpPr/>
            <p:nvPr/>
          </p:nvSpPr>
          <p:spPr>
            <a:xfrm>
              <a:off x="646523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3" name="Google Shape;13023;p19"/>
            <p:cNvSpPr/>
            <p:nvPr/>
          </p:nvSpPr>
          <p:spPr>
            <a:xfrm>
              <a:off x="671095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4" name="Google Shape;13024;p19"/>
            <p:cNvSpPr/>
            <p:nvPr/>
          </p:nvSpPr>
          <p:spPr>
            <a:xfrm>
              <a:off x="671095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5" name="Google Shape;13025;p19"/>
            <p:cNvSpPr/>
            <p:nvPr/>
          </p:nvSpPr>
          <p:spPr>
            <a:xfrm>
              <a:off x="671095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6" name="Google Shape;13026;p19"/>
            <p:cNvSpPr/>
            <p:nvPr/>
          </p:nvSpPr>
          <p:spPr>
            <a:xfrm>
              <a:off x="671095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7" name="Google Shape;13027;p19"/>
            <p:cNvSpPr/>
            <p:nvPr/>
          </p:nvSpPr>
          <p:spPr>
            <a:xfrm>
              <a:off x="671095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8" name="Google Shape;13028;p19"/>
            <p:cNvSpPr/>
            <p:nvPr/>
          </p:nvSpPr>
          <p:spPr>
            <a:xfrm>
              <a:off x="671095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9" name="Google Shape;13029;p19"/>
            <p:cNvSpPr/>
            <p:nvPr/>
          </p:nvSpPr>
          <p:spPr>
            <a:xfrm>
              <a:off x="671095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0" name="Google Shape;13030;p19"/>
            <p:cNvSpPr/>
            <p:nvPr/>
          </p:nvSpPr>
          <p:spPr>
            <a:xfrm>
              <a:off x="671095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1" name="Google Shape;13031;p19"/>
            <p:cNvSpPr/>
            <p:nvPr/>
          </p:nvSpPr>
          <p:spPr>
            <a:xfrm>
              <a:off x="671095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2" name="Google Shape;13032;p19"/>
            <p:cNvSpPr/>
            <p:nvPr/>
          </p:nvSpPr>
          <p:spPr>
            <a:xfrm>
              <a:off x="671095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3" name="Google Shape;13033;p19"/>
            <p:cNvSpPr/>
            <p:nvPr/>
          </p:nvSpPr>
          <p:spPr>
            <a:xfrm>
              <a:off x="671095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4" name="Google Shape;13034;p19"/>
            <p:cNvSpPr/>
            <p:nvPr/>
          </p:nvSpPr>
          <p:spPr>
            <a:xfrm>
              <a:off x="671095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5" name="Google Shape;13035;p19"/>
            <p:cNvSpPr/>
            <p:nvPr/>
          </p:nvSpPr>
          <p:spPr>
            <a:xfrm>
              <a:off x="671094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6" name="Google Shape;13036;p19"/>
            <p:cNvSpPr/>
            <p:nvPr/>
          </p:nvSpPr>
          <p:spPr>
            <a:xfrm>
              <a:off x="671094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7" name="Google Shape;13037;p19"/>
            <p:cNvSpPr/>
            <p:nvPr/>
          </p:nvSpPr>
          <p:spPr>
            <a:xfrm>
              <a:off x="671094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8" name="Google Shape;13038;p19"/>
            <p:cNvSpPr/>
            <p:nvPr/>
          </p:nvSpPr>
          <p:spPr>
            <a:xfrm>
              <a:off x="671094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9" name="Google Shape;13039;p19"/>
            <p:cNvSpPr/>
            <p:nvPr/>
          </p:nvSpPr>
          <p:spPr>
            <a:xfrm>
              <a:off x="671094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0" name="Google Shape;13040;p19"/>
            <p:cNvSpPr/>
            <p:nvPr/>
          </p:nvSpPr>
          <p:spPr>
            <a:xfrm>
              <a:off x="671094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1" name="Google Shape;13041;p19"/>
            <p:cNvSpPr/>
            <p:nvPr/>
          </p:nvSpPr>
          <p:spPr>
            <a:xfrm>
              <a:off x="671093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2" name="Google Shape;13042;p19"/>
            <p:cNvSpPr/>
            <p:nvPr/>
          </p:nvSpPr>
          <p:spPr>
            <a:xfrm>
              <a:off x="671093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3" name="Google Shape;13043;p19"/>
            <p:cNvSpPr/>
            <p:nvPr/>
          </p:nvSpPr>
          <p:spPr>
            <a:xfrm>
              <a:off x="695665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4" name="Google Shape;13044;p19"/>
            <p:cNvSpPr/>
            <p:nvPr/>
          </p:nvSpPr>
          <p:spPr>
            <a:xfrm>
              <a:off x="695665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5" name="Google Shape;13045;p19"/>
            <p:cNvSpPr/>
            <p:nvPr/>
          </p:nvSpPr>
          <p:spPr>
            <a:xfrm>
              <a:off x="695665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6" name="Google Shape;13046;p19"/>
            <p:cNvSpPr/>
            <p:nvPr/>
          </p:nvSpPr>
          <p:spPr>
            <a:xfrm>
              <a:off x="695665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7" name="Google Shape;13047;p19"/>
            <p:cNvSpPr/>
            <p:nvPr/>
          </p:nvSpPr>
          <p:spPr>
            <a:xfrm>
              <a:off x="695665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8" name="Google Shape;13048;p19"/>
            <p:cNvSpPr/>
            <p:nvPr/>
          </p:nvSpPr>
          <p:spPr>
            <a:xfrm>
              <a:off x="695665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9" name="Google Shape;13049;p19"/>
            <p:cNvSpPr/>
            <p:nvPr/>
          </p:nvSpPr>
          <p:spPr>
            <a:xfrm>
              <a:off x="695665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0" name="Google Shape;13050;p19"/>
            <p:cNvSpPr/>
            <p:nvPr/>
          </p:nvSpPr>
          <p:spPr>
            <a:xfrm>
              <a:off x="695665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1" name="Google Shape;13051;p19"/>
            <p:cNvSpPr/>
            <p:nvPr/>
          </p:nvSpPr>
          <p:spPr>
            <a:xfrm>
              <a:off x="695665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2" name="Google Shape;13052;p19"/>
            <p:cNvSpPr/>
            <p:nvPr/>
          </p:nvSpPr>
          <p:spPr>
            <a:xfrm>
              <a:off x="695665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3" name="Google Shape;13053;p19"/>
            <p:cNvSpPr/>
            <p:nvPr/>
          </p:nvSpPr>
          <p:spPr>
            <a:xfrm>
              <a:off x="695665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4" name="Google Shape;13054;p19"/>
            <p:cNvSpPr/>
            <p:nvPr/>
          </p:nvSpPr>
          <p:spPr>
            <a:xfrm>
              <a:off x="695665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5" name="Google Shape;13055;p19"/>
            <p:cNvSpPr/>
            <p:nvPr/>
          </p:nvSpPr>
          <p:spPr>
            <a:xfrm>
              <a:off x="695663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6" name="Google Shape;13056;p19"/>
            <p:cNvSpPr/>
            <p:nvPr/>
          </p:nvSpPr>
          <p:spPr>
            <a:xfrm>
              <a:off x="695663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7" name="Google Shape;13057;p19"/>
            <p:cNvSpPr/>
            <p:nvPr/>
          </p:nvSpPr>
          <p:spPr>
            <a:xfrm>
              <a:off x="695663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8" name="Google Shape;13058;p19"/>
            <p:cNvSpPr/>
            <p:nvPr/>
          </p:nvSpPr>
          <p:spPr>
            <a:xfrm>
              <a:off x="695663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9" name="Google Shape;13059;p19"/>
            <p:cNvSpPr/>
            <p:nvPr/>
          </p:nvSpPr>
          <p:spPr>
            <a:xfrm>
              <a:off x="695663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0" name="Google Shape;13060;p19"/>
            <p:cNvSpPr/>
            <p:nvPr/>
          </p:nvSpPr>
          <p:spPr>
            <a:xfrm>
              <a:off x="695663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1" name="Google Shape;13061;p19"/>
            <p:cNvSpPr/>
            <p:nvPr/>
          </p:nvSpPr>
          <p:spPr>
            <a:xfrm>
              <a:off x="695662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2" name="Google Shape;13062;p19"/>
            <p:cNvSpPr/>
            <p:nvPr/>
          </p:nvSpPr>
          <p:spPr>
            <a:xfrm>
              <a:off x="695662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3" name="Google Shape;13063;p19"/>
            <p:cNvSpPr/>
            <p:nvPr/>
          </p:nvSpPr>
          <p:spPr>
            <a:xfrm>
              <a:off x="720234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4" name="Google Shape;13064;p19"/>
            <p:cNvSpPr/>
            <p:nvPr/>
          </p:nvSpPr>
          <p:spPr>
            <a:xfrm>
              <a:off x="720234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5" name="Google Shape;13065;p19"/>
            <p:cNvSpPr/>
            <p:nvPr/>
          </p:nvSpPr>
          <p:spPr>
            <a:xfrm>
              <a:off x="720234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6" name="Google Shape;13066;p19"/>
            <p:cNvSpPr/>
            <p:nvPr/>
          </p:nvSpPr>
          <p:spPr>
            <a:xfrm>
              <a:off x="720234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7" name="Google Shape;13067;p19"/>
            <p:cNvSpPr/>
            <p:nvPr/>
          </p:nvSpPr>
          <p:spPr>
            <a:xfrm>
              <a:off x="720234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8" name="Google Shape;13068;p19"/>
            <p:cNvSpPr/>
            <p:nvPr/>
          </p:nvSpPr>
          <p:spPr>
            <a:xfrm>
              <a:off x="720234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9" name="Google Shape;13069;p19"/>
            <p:cNvSpPr/>
            <p:nvPr/>
          </p:nvSpPr>
          <p:spPr>
            <a:xfrm>
              <a:off x="720234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0" name="Google Shape;13070;p19"/>
            <p:cNvSpPr/>
            <p:nvPr/>
          </p:nvSpPr>
          <p:spPr>
            <a:xfrm>
              <a:off x="720234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1" name="Google Shape;13071;p19"/>
            <p:cNvSpPr/>
            <p:nvPr/>
          </p:nvSpPr>
          <p:spPr>
            <a:xfrm>
              <a:off x="720234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2" name="Google Shape;13072;p19"/>
            <p:cNvSpPr/>
            <p:nvPr/>
          </p:nvSpPr>
          <p:spPr>
            <a:xfrm>
              <a:off x="720234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3" name="Google Shape;13073;p19"/>
            <p:cNvSpPr/>
            <p:nvPr/>
          </p:nvSpPr>
          <p:spPr>
            <a:xfrm>
              <a:off x="720234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4" name="Google Shape;13074;p19"/>
            <p:cNvSpPr/>
            <p:nvPr/>
          </p:nvSpPr>
          <p:spPr>
            <a:xfrm>
              <a:off x="720234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5" name="Google Shape;13075;p19"/>
            <p:cNvSpPr/>
            <p:nvPr/>
          </p:nvSpPr>
          <p:spPr>
            <a:xfrm>
              <a:off x="720233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6" name="Google Shape;13076;p19"/>
            <p:cNvSpPr/>
            <p:nvPr/>
          </p:nvSpPr>
          <p:spPr>
            <a:xfrm>
              <a:off x="720233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7" name="Google Shape;13077;p19"/>
            <p:cNvSpPr/>
            <p:nvPr/>
          </p:nvSpPr>
          <p:spPr>
            <a:xfrm>
              <a:off x="720233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8" name="Google Shape;13078;p19"/>
            <p:cNvSpPr/>
            <p:nvPr/>
          </p:nvSpPr>
          <p:spPr>
            <a:xfrm>
              <a:off x="720233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9" name="Google Shape;13079;p19"/>
            <p:cNvSpPr/>
            <p:nvPr/>
          </p:nvSpPr>
          <p:spPr>
            <a:xfrm>
              <a:off x="720233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0" name="Google Shape;13080;p19"/>
            <p:cNvSpPr/>
            <p:nvPr/>
          </p:nvSpPr>
          <p:spPr>
            <a:xfrm>
              <a:off x="720233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1" name="Google Shape;13081;p19"/>
            <p:cNvSpPr/>
            <p:nvPr/>
          </p:nvSpPr>
          <p:spPr>
            <a:xfrm>
              <a:off x="720232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2" name="Google Shape;13082;p19"/>
            <p:cNvSpPr/>
            <p:nvPr/>
          </p:nvSpPr>
          <p:spPr>
            <a:xfrm>
              <a:off x="720232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3" name="Google Shape;13083;p19"/>
            <p:cNvSpPr/>
            <p:nvPr/>
          </p:nvSpPr>
          <p:spPr>
            <a:xfrm>
              <a:off x="744804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4" name="Google Shape;13084;p19"/>
            <p:cNvSpPr/>
            <p:nvPr/>
          </p:nvSpPr>
          <p:spPr>
            <a:xfrm>
              <a:off x="744804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5" name="Google Shape;13085;p19"/>
            <p:cNvSpPr/>
            <p:nvPr/>
          </p:nvSpPr>
          <p:spPr>
            <a:xfrm>
              <a:off x="744804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6" name="Google Shape;13086;p19"/>
            <p:cNvSpPr/>
            <p:nvPr/>
          </p:nvSpPr>
          <p:spPr>
            <a:xfrm>
              <a:off x="744804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7" name="Google Shape;13087;p19"/>
            <p:cNvSpPr/>
            <p:nvPr/>
          </p:nvSpPr>
          <p:spPr>
            <a:xfrm>
              <a:off x="744804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8" name="Google Shape;13088;p19"/>
            <p:cNvSpPr/>
            <p:nvPr/>
          </p:nvSpPr>
          <p:spPr>
            <a:xfrm>
              <a:off x="744804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9" name="Google Shape;13089;p19"/>
            <p:cNvSpPr/>
            <p:nvPr/>
          </p:nvSpPr>
          <p:spPr>
            <a:xfrm>
              <a:off x="744804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0" name="Google Shape;13090;p19"/>
            <p:cNvSpPr/>
            <p:nvPr/>
          </p:nvSpPr>
          <p:spPr>
            <a:xfrm>
              <a:off x="744804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1" name="Google Shape;13091;p19"/>
            <p:cNvSpPr/>
            <p:nvPr/>
          </p:nvSpPr>
          <p:spPr>
            <a:xfrm>
              <a:off x="744804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2" name="Google Shape;13092;p19"/>
            <p:cNvSpPr/>
            <p:nvPr/>
          </p:nvSpPr>
          <p:spPr>
            <a:xfrm>
              <a:off x="744804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3" name="Google Shape;13093;p19"/>
            <p:cNvSpPr/>
            <p:nvPr/>
          </p:nvSpPr>
          <p:spPr>
            <a:xfrm>
              <a:off x="744804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4" name="Google Shape;13094;p19"/>
            <p:cNvSpPr/>
            <p:nvPr/>
          </p:nvSpPr>
          <p:spPr>
            <a:xfrm>
              <a:off x="744804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5" name="Google Shape;13095;p19"/>
            <p:cNvSpPr/>
            <p:nvPr/>
          </p:nvSpPr>
          <p:spPr>
            <a:xfrm>
              <a:off x="744802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6" name="Google Shape;13096;p19"/>
            <p:cNvSpPr/>
            <p:nvPr/>
          </p:nvSpPr>
          <p:spPr>
            <a:xfrm>
              <a:off x="744802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7" name="Google Shape;13097;p19"/>
            <p:cNvSpPr/>
            <p:nvPr/>
          </p:nvSpPr>
          <p:spPr>
            <a:xfrm>
              <a:off x="744802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8" name="Google Shape;13098;p19"/>
            <p:cNvSpPr/>
            <p:nvPr/>
          </p:nvSpPr>
          <p:spPr>
            <a:xfrm>
              <a:off x="744802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9" name="Google Shape;13099;p19"/>
            <p:cNvSpPr/>
            <p:nvPr/>
          </p:nvSpPr>
          <p:spPr>
            <a:xfrm>
              <a:off x="744802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0" name="Google Shape;13100;p19"/>
            <p:cNvSpPr/>
            <p:nvPr/>
          </p:nvSpPr>
          <p:spPr>
            <a:xfrm>
              <a:off x="744802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1" name="Google Shape;13101;p19"/>
            <p:cNvSpPr/>
            <p:nvPr/>
          </p:nvSpPr>
          <p:spPr>
            <a:xfrm>
              <a:off x="744801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2" name="Google Shape;13102;p19"/>
            <p:cNvSpPr/>
            <p:nvPr/>
          </p:nvSpPr>
          <p:spPr>
            <a:xfrm>
              <a:off x="744801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3" name="Google Shape;13103;p19"/>
            <p:cNvSpPr/>
            <p:nvPr/>
          </p:nvSpPr>
          <p:spPr>
            <a:xfrm>
              <a:off x="769373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4" name="Google Shape;13104;p19"/>
            <p:cNvSpPr/>
            <p:nvPr/>
          </p:nvSpPr>
          <p:spPr>
            <a:xfrm>
              <a:off x="769373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5" name="Google Shape;13105;p19"/>
            <p:cNvSpPr/>
            <p:nvPr/>
          </p:nvSpPr>
          <p:spPr>
            <a:xfrm>
              <a:off x="769373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6" name="Google Shape;13106;p19"/>
            <p:cNvSpPr/>
            <p:nvPr/>
          </p:nvSpPr>
          <p:spPr>
            <a:xfrm>
              <a:off x="769373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7" name="Google Shape;13107;p19"/>
            <p:cNvSpPr/>
            <p:nvPr/>
          </p:nvSpPr>
          <p:spPr>
            <a:xfrm>
              <a:off x="769373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8" name="Google Shape;13108;p19"/>
            <p:cNvSpPr/>
            <p:nvPr/>
          </p:nvSpPr>
          <p:spPr>
            <a:xfrm>
              <a:off x="769373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9" name="Google Shape;13109;p19"/>
            <p:cNvSpPr/>
            <p:nvPr/>
          </p:nvSpPr>
          <p:spPr>
            <a:xfrm>
              <a:off x="769373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0" name="Google Shape;13110;p19"/>
            <p:cNvSpPr/>
            <p:nvPr/>
          </p:nvSpPr>
          <p:spPr>
            <a:xfrm>
              <a:off x="769373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1" name="Google Shape;13111;p19"/>
            <p:cNvSpPr/>
            <p:nvPr/>
          </p:nvSpPr>
          <p:spPr>
            <a:xfrm>
              <a:off x="769373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2" name="Google Shape;13112;p19"/>
            <p:cNvSpPr/>
            <p:nvPr/>
          </p:nvSpPr>
          <p:spPr>
            <a:xfrm>
              <a:off x="769373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3" name="Google Shape;13113;p19"/>
            <p:cNvSpPr/>
            <p:nvPr/>
          </p:nvSpPr>
          <p:spPr>
            <a:xfrm>
              <a:off x="769373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4" name="Google Shape;13114;p19"/>
            <p:cNvSpPr/>
            <p:nvPr/>
          </p:nvSpPr>
          <p:spPr>
            <a:xfrm>
              <a:off x="769373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5" name="Google Shape;13115;p19"/>
            <p:cNvSpPr/>
            <p:nvPr/>
          </p:nvSpPr>
          <p:spPr>
            <a:xfrm>
              <a:off x="76937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6" name="Google Shape;13116;p19"/>
            <p:cNvSpPr/>
            <p:nvPr/>
          </p:nvSpPr>
          <p:spPr>
            <a:xfrm>
              <a:off x="76937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7" name="Google Shape;13117;p19"/>
            <p:cNvSpPr/>
            <p:nvPr/>
          </p:nvSpPr>
          <p:spPr>
            <a:xfrm>
              <a:off x="76937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8" name="Google Shape;13118;p19"/>
            <p:cNvSpPr/>
            <p:nvPr/>
          </p:nvSpPr>
          <p:spPr>
            <a:xfrm>
              <a:off x="76937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9" name="Google Shape;13119;p19"/>
            <p:cNvSpPr/>
            <p:nvPr/>
          </p:nvSpPr>
          <p:spPr>
            <a:xfrm>
              <a:off x="76937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0" name="Google Shape;13120;p19"/>
            <p:cNvSpPr/>
            <p:nvPr/>
          </p:nvSpPr>
          <p:spPr>
            <a:xfrm>
              <a:off x="76937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1" name="Google Shape;13121;p19"/>
            <p:cNvSpPr/>
            <p:nvPr/>
          </p:nvSpPr>
          <p:spPr>
            <a:xfrm>
              <a:off x="76937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2" name="Google Shape;13122;p19"/>
            <p:cNvSpPr/>
            <p:nvPr/>
          </p:nvSpPr>
          <p:spPr>
            <a:xfrm>
              <a:off x="76937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3" name="Google Shape;13123;p19"/>
            <p:cNvSpPr/>
            <p:nvPr/>
          </p:nvSpPr>
          <p:spPr>
            <a:xfrm>
              <a:off x="793943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4" name="Google Shape;13124;p19"/>
            <p:cNvSpPr/>
            <p:nvPr/>
          </p:nvSpPr>
          <p:spPr>
            <a:xfrm>
              <a:off x="793943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5" name="Google Shape;13125;p19"/>
            <p:cNvSpPr/>
            <p:nvPr/>
          </p:nvSpPr>
          <p:spPr>
            <a:xfrm>
              <a:off x="793943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6" name="Google Shape;13126;p19"/>
            <p:cNvSpPr/>
            <p:nvPr/>
          </p:nvSpPr>
          <p:spPr>
            <a:xfrm>
              <a:off x="793943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7" name="Google Shape;13127;p19"/>
            <p:cNvSpPr/>
            <p:nvPr/>
          </p:nvSpPr>
          <p:spPr>
            <a:xfrm>
              <a:off x="793943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8" name="Google Shape;13128;p19"/>
            <p:cNvSpPr/>
            <p:nvPr/>
          </p:nvSpPr>
          <p:spPr>
            <a:xfrm>
              <a:off x="793943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9" name="Google Shape;13129;p19"/>
            <p:cNvSpPr/>
            <p:nvPr/>
          </p:nvSpPr>
          <p:spPr>
            <a:xfrm>
              <a:off x="793943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0" name="Google Shape;13130;p19"/>
            <p:cNvSpPr/>
            <p:nvPr/>
          </p:nvSpPr>
          <p:spPr>
            <a:xfrm>
              <a:off x="793943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1" name="Google Shape;13131;p19"/>
            <p:cNvSpPr/>
            <p:nvPr/>
          </p:nvSpPr>
          <p:spPr>
            <a:xfrm>
              <a:off x="793943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2" name="Google Shape;13132;p19"/>
            <p:cNvSpPr/>
            <p:nvPr/>
          </p:nvSpPr>
          <p:spPr>
            <a:xfrm>
              <a:off x="793943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3" name="Google Shape;13133;p19"/>
            <p:cNvSpPr/>
            <p:nvPr/>
          </p:nvSpPr>
          <p:spPr>
            <a:xfrm>
              <a:off x="793943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4" name="Google Shape;13134;p19"/>
            <p:cNvSpPr/>
            <p:nvPr/>
          </p:nvSpPr>
          <p:spPr>
            <a:xfrm>
              <a:off x="793943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5" name="Google Shape;13135;p19"/>
            <p:cNvSpPr/>
            <p:nvPr/>
          </p:nvSpPr>
          <p:spPr>
            <a:xfrm>
              <a:off x="793941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6" name="Google Shape;13136;p19"/>
            <p:cNvSpPr/>
            <p:nvPr/>
          </p:nvSpPr>
          <p:spPr>
            <a:xfrm>
              <a:off x="793941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7" name="Google Shape;13137;p19"/>
            <p:cNvSpPr/>
            <p:nvPr/>
          </p:nvSpPr>
          <p:spPr>
            <a:xfrm>
              <a:off x="793941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8" name="Google Shape;13138;p19"/>
            <p:cNvSpPr/>
            <p:nvPr/>
          </p:nvSpPr>
          <p:spPr>
            <a:xfrm>
              <a:off x="793941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9" name="Google Shape;13139;p19"/>
            <p:cNvSpPr/>
            <p:nvPr/>
          </p:nvSpPr>
          <p:spPr>
            <a:xfrm>
              <a:off x="793941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0" name="Google Shape;13140;p19"/>
            <p:cNvSpPr/>
            <p:nvPr/>
          </p:nvSpPr>
          <p:spPr>
            <a:xfrm>
              <a:off x="793941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1" name="Google Shape;13141;p19"/>
            <p:cNvSpPr/>
            <p:nvPr/>
          </p:nvSpPr>
          <p:spPr>
            <a:xfrm>
              <a:off x="793940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2" name="Google Shape;13142;p19"/>
            <p:cNvSpPr/>
            <p:nvPr/>
          </p:nvSpPr>
          <p:spPr>
            <a:xfrm>
              <a:off x="793940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3" name="Google Shape;13143;p19"/>
            <p:cNvSpPr/>
            <p:nvPr/>
          </p:nvSpPr>
          <p:spPr>
            <a:xfrm>
              <a:off x="818512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4" name="Google Shape;13144;p19"/>
            <p:cNvSpPr/>
            <p:nvPr/>
          </p:nvSpPr>
          <p:spPr>
            <a:xfrm>
              <a:off x="818512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5" name="Google Shape;13145;p19"/>
            <p:cNvSpPr/>
            <p:nvPr/>
          </p:nvSpPr>
          <p:spPr>
            <a:xfrm>
              <a:off x="818512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6" name="Google Shape;13146;p19"/>
            <p:cNvSpPr/>
            <p:nvPr/>
          </p:nvSpPr>
          <p:spPr>
            <a:xfrm>
              <a:off x="818512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7" name="Google Shape;13147;p19"/>
            <p:cNvSpPr/>
            <p:nvPr/>
          </p:nvSpPr>
          <p:spPr>
            <a:xfrm>
              <a:off x="818512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8" name="Google Shape;13148;p19"/>
            <p:cNvSpPr/>
            <p:nvPr/>
          </p:nvSpPr>
          <p:spPr>
            <a:xfrm>
              <a:off x="818512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9" name="Google Shape;13149;p19"/>
            <p:cNvSpPr/>
            <p:nvPr/>
          </p:nvSpPr>
          <p:spPr>
            <a:xfrm>
              <a:off x="818512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0" name="Google Shape;13150;p19"/>
            <p:cNvSpPr/>
            <p:nvPr/>
          </p:nvSpPr>
          <p:spPr>
            <a:xfrm>
              <a:off x="818512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1" name="Google Shape;13151;p19"/>
            <p:cNvSpPr/>
            <p:nvPr/>
          </p:nvSpPr>
          <p:spPr>
            <a:xfrm>
              <a:off x="818512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2" name="Google Shape;13152;p19"/>
            <p:cNvSpPr/>
            <p:nvPr/>
          </p:nvSpPr>
          <p:spPr>
            <a:xfrm>
              <a:off x="818512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3" name="Google Shape;13153;p19"/>
            <p:cNvSpPr/>
            <p:nvPr/>
          </p:nvSpPr>
          <p:spPr>
            <a:xfrm>
              <a:off x="818512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4" name="Google Shape;13154;p19"/>
            <p:cNvSpPr/>
            <p:nvPr/>
          </p:nvSpPr>
          <p:spPr>
            <a:xfrm>
              <a:off x="818512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5" name="Google Shape;13155;p19"/>
            <p:cNvSpPr/>
            <p:nvPr/>
          </p:nvSpPr>
          <p:spPr>
            <a:xfrm>
              <a:off x="818511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6" name="Google Shape;13156;p19"/>
            <p:cNvSpPr/>
            <p:nvPr/>
          </p:nvSpPr>
          <p:spPr>
            <a:xfrm>
              <a:off x="818511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7" name="Google Shape;13157;p19"/>
            <p:cNvSpPr/>
            <p:nvPr/>
          </p:nvSpPr>
          <p:spPr>
            <a:xfrm>
              <a:off x="818511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8" name="Google Shape;13158;p19"/>
            <p:cNvSpPr/>
            <p:nvPr/>
          </p:nvSpPr>
          <p:spPr>
            <a:xfrm>
              <a:off x="818511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9" name="Google Shape;13159;p19"/>
            <p:cNvSpPr/>
            <p:nvPr/>
          </p:nvSpPr>
          <p:spPr>
            <a:xfrm>
              <a:off x="818511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0" name="Google Shape;13160;p19"/>
            <p:cNvSpPr/>
            <p:nvPr/>
          </p:nvSpPr>
          <p:spPr>
            <a:xfrm>
              <a:off x="818511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1" name="Google Shape;13161;p19"/>
            <p:cNvSpPr/>
            <p:nvPr/>
          </p:nvSpPr>
          <p:spPr>
            <a:xfrm>
              <a:off x="818510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2" name="Google Shape;13162;p19"/>
            <p:cNvSpPr/>
            <p:nvPr/>
          </p:nvSpPr>
          <p:spPr>
            <a:xfrm>
              <a:off x="818510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3" name="Google Shape;13163;p19"/>
            <p:cNvSpPr/>
            <p:nvPr/>
          </p:nvSpPr>
          <p:spPr>
            <a:xfrm>
              <a:off x="843082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4" name="Google Shape;13164;p19"/>
            <p:cNvSpPr/>
            <p:nvPr/>
          </p:nvSpPr>
          <p:spPr>
            <a:xfrm>
              <a:off x="843082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5" name="Google Shape;13165;p19"/>
            <p:cNvSpPr/>
            <p:nvPr/>
          </p:nvSpPr>
          <p:spPr>
            <a:xfrm>
              <a:off x="843082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6" name="Google Shape;13166;p19"/>
            <p:cNvSpPr/>
            <p:nvPr/>
          </p:nvSpPr>
          <p:spPr>
            <a:xfrm>
              <a:off x="843082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7" name="Google Shape;13167;p19"/>
            <p:cNvSpPr/>
            <p:nvPr/>
          </p:nvSpPr>
          <p:spPr>
            <a:xfrm>
              <a:off x="843082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8" name="Google Shape;13168;p19"/>
            <p:cNvSpPr/>
            <p:nvPr/>
          </p:nvSpPr>
          <p:spPr>
            <a:xfrm>
              <a:off x="843082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9" name="Google Shape;13169;p19"/>
            <p:cNvSpPr/>
            <p:nvPr/>
          </p:nvSpPr>
          <p:spPr>
            <a:xfrm>
              <a:off x="843082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0" name="Google Shape;13170;p19"/>
            <p:cNvSpPr/>
            <p:nvPr/>
          </p:nvSpPr>
          <p:spPr>
            <a:xfrm>
              <a:off x="843082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1" name="Google Shape;13171;p19"/>
            <p:cNvSpPr/>
            <p:nvPr/>
          </p:nvSpPr>
          <p:spPr>
            <a:xfrm>
              <a:off x="843082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2" name="Google Shape;13172;p19"/>
            <p:cNvSpPr/>
            <p:nvPr/>
          </p:nvSpPr>
          <p:spPr>
            <a:xfrm>
              <a:off x="843082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3" name="Google Shape;13173;p19"/>
            <p:cNvSpPr/>
            <p:nvPr/>
          </p:nvSpPr>
          <p:spPr>
            <a:xfrm>
              <a:off x="843082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4" name="Google Shape;13174;p19"/>
            <p:cNvSpPr/>
            <p:nvPr/>
          </p:nvSpPr>
          <p:spPr>
            <a:xfrm>
              <a:off x="843082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5" name="Google Shape;13175;p19"/>
            <p:cNvSpPr/>
            <p:nvPr/>
          </p:nvSpPr>
          <p:spPr>
            <a:xfrm>
              <a:off x="843081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6" name="Google Shape;13176;p19"/>
            <p:cNvSpPr/>
            <p:nvPr/>
          </p:nvSpPr>
          <p:spPr>
            <a:xfrm>
              <a:off x="843081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7" name="Google Shape;13177;p19"/>
            <p:cNvSpPr/>
            <p:nvPr/>
          </p:nvSpPr>
          <p:spPr>
            <a:xfrm>
              <a:off x="843081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8" name="Google Shape;13178;p19"/>
            <p:cNvSpPr/>
            <p:nvPr/>
          </p:nvSpPr>
          <p:spPr>
            <a:xfrm>
              <a:off x="843081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9" name="Google Shape;13179;p19"/>
            <p:cNvSpPr/>
            <p:nvPr/>
          </p:nvSpPr>
          <p:spPr>
            <a:xfrm>
              <a:off x="843081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0" name="Google Shape;13180;p19"/>
            <p:cNvSpPr/>
            <p:nvPr/>
          </p:nvSpPr>
          <p:spPr>
            <a:xfrm>
              <a:off x="843081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1" name="Google Shape;13181;p19"/>
            <p:cNvSpPr/>
            <p:nvPr/>
          </p:nvSpPr>
          <p:spPr>
            <a:xfrm>
              <a:off x="843079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2" name="Google Shape;13182;p19"/>
            <p:cNvSpPr/>
            <p:nvPr/>
          </p:nvSpPr>
          <p:spPr>
            <a:xfrm>
              <a:off x="843079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3" name="Google Shape;13183;p19"/>
            <p:cNvSpPr/>
            <p:nvPr/>
          </p:nvSpPr>
          <p:spPr>
            <a:xfrm>
              <a:off x="867651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4" name="Google Shape;13184;p19"/>
            <p:cNvSpPr/>
            <p:nvPr/>
          </p:nvSpPr>
          <p:spPr>
            <a:xfrm>
              <a:off x="867651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5" name="Google Shape;13185;p19"/>
            <p:cNvSpPr/>
            <p:nvPr/>
          </p:nvSpPr>
          <p:spPr>
            <a:xfrm>
              <a:off x="867651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6" name="Google Shape;13186;p19"/>
            <p:cNvSpPr/>
            <p:nvPr/>
          </p:nvSpPr>
          <p:spPr>
            <a:xfrm>
              <a:off x="867651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7" name="Google Shape;13187;p19"/>
            <p:cNvSpPr/>
            <p:nvPr/>
          </p:nvSpPr>
          <p:spPr>
            <a:xfrm>
              <a:off x="867651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8" name="Google Shape;13188;p19"/>
            <p:cNvSpPr/>
            <p:nvPr/>
          </p:nvSpPr>
          <p:spPr>
            <a:xfrm>
              <a:off x="867651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9" name="Google Shape;13189;p19"/>
            <p:cNvSpPr/>
            <p:nvPr/>
          </p:nvSpPr>
          <p:spPr>
            <a:xfrm>
              <a:off x="867651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0" name="Google Shape;13190;p19"/>
            <p:cNvSpPr/>
            <p:nvPr/>
          </p:nvSpPr>
          <p:spPr>
            <a:xfrm>
              <a:off x="867651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1" name="Google Shape;13191;p19"/>
            <p:cNvSpPr/>
            <p:nvPr/>
          </p:nvSpPr>
          <p:spPr>
            <a:xfrm>
              <a:off x="867651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2" name="Google Shape;13192;p19"/>
            <p:cNvSpPr/>
            <p:nvPr/>
          </p:nvSpPr>
          <p:spPr>
            <a:xfrm>
              <a:off x="867651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3" name="Google Shape;13193;p19"/>
            <p:cNvSpPr/>
            <p:nvPr/>
          </p:nvSpPr>
          <p:spPr>
            <a:xfrm>
              <a:off x="867651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4" name="Google Shape;13194;p19"/>
            <p:cNvSpPr/>
            <p:nvPr/>
          </p:nvSpPr>
          <p:spPr>
            <a:xfrm>
              <a:off x="867651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5" name="Google Shape;13195;p19"/>
            <p:cNvSpPr/>
            <p:nvPr/>
          </p:nvSpPr>
          <p:spPr>
            <a:xfrm>
              <a:off x="867650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6" name="Google Shape;13196;p19"/>
            <p:cNvSpPr/>
            <p:nvPr/>
          </p:nvSpPr>
          <p:spPr>
            <a:xfrm>
              <a:off x="867650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7" name="Google Shape;13197;p19"/>
            <p:cNvSpPr/>
            <p:nvPr/>
          </p:nvSpPr>
          <p:spPr>
            <a:xfrm>
              <a:off x="867650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8" name="Google Shape;13198;p19"/>
            <p:cNvSpPr/>
            <p:nvPr/>
          </p:nvSpPr>
          <p:spPr>
            <a:xfrm>
              <a:off x="867650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9" name="Google Shape;13199;p19"/>
            <p:cNvSpPr/>
            <p:nvPr/>
          </p:nvSpPr>
          <p:spPr>
            <a:xfrm>
              <a:off x="867650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0" name="Google Shape;13200;p19"/>
            <p:cNvSpPr/>
            <p:nvPr/>
          </p:nvSpPr>
          <p:spPr>
            <a:xfrm>
              <a:off x="867650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1" name="Google Shape;13201;p19"/>
            <p:cNvSpPr/>
            <p:nvPr/>
          </p:nvSpPr>
          <p:spPr>
            <a:xfrm>
              <a:off x="867649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2" name="Google Shape;13202;p19"/>
            <p:cNvSpPr/>
            <p:nvPr/>
          </p:nvSpPr>
          <p:spPr>
            <a:xfrm>
              <a:off x="867649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3" name="Google Shape;13203;p19"/>
            <p:cNvSpPr/>
            <p:nvPr/>
          </p:nvSpPr>
          <p:spPr>
            <a:xfrm>
              <a:off x="89222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4" name="Google Shape;13204;p19"/>
            <p:cNvSpPr/>
            <p:nvPr/>
          </p:nvSpPr>
          <p:spPr>
            <a:xfrm>
              <a:off x="89222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5" name="Google Shape;13205;p19"/>
            <p:cNvSpPr/>
            <p:nvPr/>
          </p:nvSpPr>
          <p:spPr>
            <a:xfrm>
              <a:off x="89222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6" name="Google Shape;13206;p19"/>
            <p:cNvSpPr/>
            <p:nvPr/>
          </p:nvSpPr>
          <p:spPr>
            <a:xfrm>
              <a:off x="89222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7" name="Google Shape;13207;p19"/>
            <p:cNvSpPr/>
            <p:nvPr/>
          </p:nvSpPr>
          <p:spPr>
            <a:xfrm>
              <a:off x="89222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8" name="Google Shape;13208;p19"/>
            <p:cNvSpPr/>
            <p:nvPr/>
          </p:nvSpPr>
          <p:spPr>
            <a:xfrm>
              <a:off x="89222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9" name="Google Shape;13209;p19"/>
            <p:cNvSpPr/>
            <p:nvPr/>
          </p:nvSpPr>
          <p:spPr>
            <a:xfrm>
              <a:off x="89222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0" name="Google Shape;13210;p19"/>
            <p:cNvSpPr/>
            <p:nvPr/>
          </p:nvSpPr>
          <p:spPr>
            <a:xfrm>
              <a:off x="89222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1" name="Google Shape;13211;p19"/>
            <p:cNvSpPr/>
            <p:nvPr/>
          </p:nvSpPr>
          <p:spPr>
            <a:xfrm>
              <a:off x="89222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2" name="Google Shape;13212;p19"/>
            <p:cNvSpPr/>
            <p:nvPr/>
          </p:nvSpPr>
          <p:spPr>
            <a:xfrm>
              <a:off x="89222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3" name="Google Shape;13213;p19"/>
            <p:cNvSpPr/>
            <p:nvPr/>
          </p:nvSpPr>
          <p:spPr>
            <a:xfrm>
              <a:off x="89222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4" name="Google Shape;13214;p19"/>
            <p:cNvSpPr/>
            <p:nvPr/>
          </p:nvSpPr>
          <p:spPr>
            <a:xfrm>
              <a:off x="89222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5" name="Google Shape;13215;p19"/>
            <p:cNvSpPr/>
            <p:nvPr/>
          </p:nvSpPr>
          <p:spPr>
            <a:xfrm>
              <a:off x="89222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6" name="Google Shape;13216;p19"/>
            <p:cNvSpPr/>
            <p:nvPr/>
          </p:nvSpPr>
          <p:spPr>
            <a:xfrm>
              <a:off x="89222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7" name="Google Shape;13217;p19"/>
            <p:cNvSpPr/>
            <p:nvPr/>
          </p:nvSpPr>
          <p:spPr>
            <a:xfrm>
              <a:off x="89222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8" name="Google Shape;13218;p19"/>
            <p:cNvSpPr/>
            <p:nvPr/>
          </p:nvSpPr>
          <p:spPr>
            <a:xfrm>
              <a:off x="89222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9" name="Google Shape;13219;p19"/>
            <p:cNvSpPr/>
            <p:nvPr/>
          </p:nvSpPr>
          <p:spPr>
            <a:xfrm>
              <a:off x="89222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0" name="Google Shape;13220;p19"/>
            <p:cNvSpPr/>
            <p:nvPr/>
          </p:nvSpPr>
          <p:spPr>
            <a:xfrm>
              <a:off x="89222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1" name="Google Shape;13221;p19"/>
            <p:cNvSpPr/>
            <p:nvPr/>
          </p:nvSpPr>
          <p:spPr>
            <a:xfrm>
              <a:off x="89221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2" name="Google Shape;13222;p19"/>
            <p:cNvSpPr/>
            <p:nvPr/>
          </p:nvSpPr>
          <p:spPr>
            <a:xfrm>
              <a:off x="89221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3" name="Google Shape;13223;p19"/>
            <p:cNvSpPr/>
            <p:nvPr/>
          </p:nvSpPr>
          <p:spPr>
            <a:xfrm>
              <a:off x="2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4" name="Google Shape;13224;p19"/>
            <p:cNvSpPr/>
            <p:nvPr/>
          </p:nvSpPr>
          <p:spPr>
            <a:xfrm>
              <a:off x="21763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5" name="Google Shape;13225;p19"/>
            <p:cNvSpPr/>
            <p:nvPr/>
          </p:nvSpPr>
          <p:spPr>
            <a:xfrm>
              <a:off x="43523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6" name="Google Shape;13226;p19"/>
            <p:cNvSpPr/>
            <p:nvPr/>
          </p:nvSpPr>
          <p:spPr>
            <a:xfrm>
              <a:off x="65284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7" name="Google Shape;13227;p19"/>
            <p:cNvSpPr/>
            <p:nvPr/>
          </p:nvSpPr>
          <p:spPr>
            <a:xfrm>
              <a:off x="87044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8" name="Google Shape;13228;p19"/>
            <p:cNvSpPr/>
            <p:nvPr/>
          </p:nvSpPr>
          <p:spPr>
            <a:xfrm>
              <a:off x="108805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9" name="Google Shape;13229;p19"/>
            <p:cNvSpPr/>
            <p:nvPr/>
          </p:nvSpPr>
          <p:spPr>
            <a:xfrm>
              <a:off x="130566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0" name="Google Shape;13230;p19"/>
            <p:cNvSpPr/>
            <p:nvPr/>
          </p:nvSpPr>
          <p:spPr>
            <a:xfrm>
              <a:off x="155135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1" name="Google Shape;13231;p19"/>
            <p:cNvSpPr/>
            <p:nvPr/>
          </p:nvSpPr>
          <p:spPr>
            <a:xfrm>
              <a:off x="179705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2" name="Google Shape;13232;p19"/>
            <p:cNvSpPr/>
            <p:nvPr/>
          </p:nvSpPr>
          <p:spPr>
            <a:xfrm>
              <a:off x="204274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3" name="Google Shape;13233;p19"/>
            <p:cNvSpPr/>
            <p:nvPr/>
          </p:nvSpPr>
          <p:spPr>
            <a:xfrm>
              <a:off x="228844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4" name="Google Shape;13234;p19"/>
            <p:cNvSpPr/>
            <p:nvPr/>
          </p:nvSpPr>
          <p:spPr>
            <a:xfrm>
              <a:off x="253413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5" name="Google Shape;13235;p19"/>
            <p:cNvSpPr/>
            <p:nvPr/>
          </p:nvSpPr>
          <p:spPr>
            <a:xfrm>
              <a:off x="277983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6" name="Google Shape;13236;p19"/>
            <p:cNvSpPr/>
            <p:nvPr/>
          </p:nvSpPr>
          <p:spPr>
            <a:xfrm>
              <a:off x="302552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7" name="Google Shape;13237;p19"/>
            <p:cNvSpPr/>
            <p:nvPr/>
          </p:nvSpPr>
          <p:spPr>
            <a:xfrm>
              <a:off x="327122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8" name="Google Shape;13238;p19"/>
            <p:cNvSpPr/>
            <p:nvPr/>
          </p:nvSpPr>
          <p:spPr>
            <a:xfrm>
              <a:off x="351691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9" name="Google Shape;13239;p19"/>
            <p:cNvSpPr/>
            <p:nvPr/>
          </p:nvSpPr>
          <p:spPr>
            <a:xfrm>
              <a:off x="37626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0" name="Google Shape;13240;p19"/>
            <p:cNvSpPr/>
            <p:nvPr/>
          </p:nvSpPr>
          <p:spPr>
            <a:xfrm>
              <a:off x="400830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1" name="Google Shape;13241;p19"/>
            <p:cNvSpPr/>
            <p:nvPr/>
          </p:nvSpPr>
          <p:spPr>
            <a:xfrm>
              <a:off x="425400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2" name="Google Shape;13242;p19"/>
            <p:cNvSpPr/>
            <p:nvPr/>
          </p:nvSpPr>
          <p:spPr>
            <a:xfrm>
              <a:off x="449969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3" name="Google Shape;13243;p19"/>
            <p:cNvSpPr/>
            <p:nvPr/>
          </p:nvSpPr>
          <p:spPr>
            <a:xfrm>
              <a:off x="474539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4" name="Google Shape;13244;p19"/>
            <p:cNvSpPr/>
            <p:nvPr/>
          </p:nvSpPr>
          <p:spPr>
            <a:xfrm>
              <a:off x="4991089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5" name="Google Shape;13245;p19"/>
            <p:cNvSpPr/>
            <p:nvPr/>
          </p:nvSpPr>
          <p:spPr>
            <a:xfrm>
              <a:off x="523678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6" name="Google Shape;13246;p19"/>
            <p:cNvSpPr/>
            <p:nvPr/>
          </p:nvSpPr>
          <p:spPr>
            <a:xfrm>
              <a:off x="5482479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7" name="Google Shape;13247;p19"/>
            <p:cNvSpPr/>
            <p:nvPr/>
          </p:nvSpPr>
          <p:spPr>
            <a:xfrm>
              <a:off x="572817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8" name="Google Shape;13248;p19"/>
            <p:cNvSpPr/>
            <p:nvPr/>
          </p:nvSpPr>
          <p:spPr>
            <a:xfrm>
              <a:off x="597387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9" name="Google Shape;13249;p19"/>
            <p:cNvSpPr/>
            <p:nvPr/>
          </p:nvSpPr>
          <p:spPr>
            <a:xfrm>
              <a:off x="621956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0" name="Google Shape;13250;p19"/>
            <p:cNvSpPr/>
            <p:nvPr/>
          </p:nvSpPr>
          <p:spPr>
            <a:xfrm>
              <a:off x="646526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1" name="Google Shape;13251;p19"/>
            <p:cNvSpPr/>
            <p:nvPr/>
          </p:nvSpPr>
          <p:spPr>
            <a:xfrm>
              <a:off x="671095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2" name="Google Shape;13252;p19"/>
            <p:cNvSpPr/>
            <p:nvPr/>
          </p:nvSpPr>
          <p:spPr>
            <a:xfrm>
              <a:off x="695665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3" name="Google Shape;13253;p19"/>
            <p:cNvSpPr/>
            <p:nvPr/>
          </p:nvSpPr>
          <p:spPr>
            <a:xfrm>
              <a:off x="720234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4" name="Google Shape;13254;p19"/>
            <p:cNvSpPr/>
            <p:nvPr/>
          </p:nvSpPr>
          <p:spPr>
            <a:xfrm>
              <a:off x="744804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5" name="Google Shape;13255;p19"/>
            <p:cNvSpPr/>
            <p:nvPr/>
          </p:nvSpPr>
          <p:spPr>
            <a:xfrm>
              <a:off x="769373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6" name="Google Shape;13256;p19"/>
            <p:cNvSpPr/>
            <p:nvPr/>
          </p:nvSpPr>
          <p:spPr>
            <a:xfrm>
              <a:off x="793943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7" name="Google Shape;13257;p19"/>
            <p:cNvSpPr/>
            <p:nvPr/>
          </p:nvSpPr>
          <p:spPr>
            <a:xfrm>
              <a:off x="818512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8" name="Google Shape;13258;p19"/>
            <p:cNvSpPr/>
            <p:nvPr/>
          </p:nvSpPr>
          <p:spPr>
            <a:xfrm>
              <a:off x="843082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9" name="Google Shape;13259;p19"/>
            <p:cNvSpPr/>
            <p:nvPr/>
          </p:nvSpPr>
          <p:spPr>
            <a:xfrm>
              <a:off x="867651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0" name="Google Shape;13260;p19"/>
            <p:cNvSpPr/>
            <p:nvPr/>
          </p:nvSpPr>
          <p:spPr>
            <a:xfrm>
              <a:off x="89222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1" name="Google Shape;13261;p19"/>
            <p:cNvSpPr/>
            <p:nvPr/>
          </p:nvSpPr>
          <p:spPr>
            <a:xfrm>
              <a:off x="91679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2" name="Google Shape;13262;p19"/>
            <p:cNvSpPr/>
            <p:nvPr/>
          </p:nvSpPr>
          <p:spPr>
            <a:xfrm>
              <a:off x="91679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3" name="Google Shape;13263;p19"/>
            <p:cNvSpPr/>
            <p:nvPr/>
          </p:nvSpPr>
          <p:spPr>
            <a:xfrm>
              <a:off x="91679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4" name="Google Shape;13264;p19"/>
            <p:cNvSpPr/>
            <p:nvPr/>
          </p:nvSpPr>
          <p:spPr>
            <a:xfrm>
              <a:off x="91679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5" name="Google Shape;13265;p19"/>
            <p:cNvSpPr/>
            <p:nvPr/>
          </p:nvSpPr>
          <p:spPr>
            <a:xfrm>
              <a:off x="91679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6" name="Google Shape;13266;p19"/>
            <p:cNvSpPr/>
            <p:nvPr/>
          </p:nvSpPr>
          <p:spPr>
            <a:xfrm>
              <a:off x="91679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7" name="Google Shape;13267;p19"/>
            <p:cNvSpPr/>
            <p:nvPr/>
          </p:nvSpPr>
          <p:spPr>
            <a:xfrm>
              <a:off x="91679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8" name="Google Shape;13268;p19"/>
            <p:cNvSpPr/>
            <p:nvPr/>
          </p:nvSpPr>
          <p:spPr>
            <a:xfrm>
              <a:off x="91679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9" name="Google Shape;13269;p19"/>
            <p:cNvSpPr/>
            <p:nvPr/>
          </p:nvSpPr>
          <p:spPr>
            <a:xfrm>
              <a:off x="91679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0" name="Google Shape;13270;p19"/>
            <p:cNvSpPr/>
            <p:nvPr/>
          </p:nvSpPr>
          <p:spPr>
            <a:xfrm>
              <a:off x="91679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1" name="Google Shape;13271;p19"/>
            <p:cNvSpPr/>
            <p:nvPr/>
          </p:nvSpPr>
          <p:spPr>
            <a:xfrm>
              <a:off x="91679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2" name="Google Shape;13272;p19"/>
            <p:cNvSpPr/>
            <p:nvPr/>
          </p:nvSpPr>
          <p:spPr>
            <a:xfrm>
              <a:off x="91679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3" name="Google Shape;13273;p19"/>
            <p:cNvSpPr/>
            <p:nvPr/>
          </p:nvSpPr>
          <p:spPr>
            <a:xfrm>
              <a:off x="91679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4" name="Google Shape;13274;p19"/>
            <p:cNvSpPr/>
            <p:nvPr/>
          </p:nvSpPr>
          <p:spPr>
            <a:xfrm>
              <a:off x="91679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5" name="Google Shape;13275;p19"/>
            <p:cNvSpPr/>
            <p:nvPr/>
          </p:nvSpPr>
          <p:spPr>
            <a:xfrm>
              <a:off x="91679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6" name="Google Shape;13276;p19"/>
            <p:cNvSpPr/>
            <p:nvPr/>
          </p:nvSpPr>
          <p:spPr>
            <a:xfrm>
              <a:off x="91679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7" name="Google Shape;13277;p19"/>
            <p:cNvSpPr/>
            <p:nvPr/>
          </p:nvSpPr>
          <p:spPr>
            <a:xfrm>
              <a:off x="91679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8" name="Google Shape;13278;p19"/>
            <p:cNvSpPr/>
            <p:nvPr/>
          </p:nvSpPr>
          <p:spPr>
            <a:xfrm>
              <a:off x="91679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9" name="Google Shape;13279;p19"/>
            <p:cNvSpPr/>
            <p:nvPr/>
          </p:nvSpPr>
          <p:spPr>
            <a:xfrm>
              <a:off x="91678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0" name="Google Shape;13280;p19"/>
            <p:cNvSpPr/>
            <p:nvPr/>
          </p:nvSpPr>
          <p:spPr>
            <a:xfrm>
              <a:off x="91678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1" name="Google Shape;13281;p19"/>
            <p:cNvSpPr/>
            <p:nvPr/>
          </p:nvSpPr>
          <p:spPr>
            <a:xfrm>
              <a:off x="91679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82" name="Google Shape;13282;p19"/>
          <p:cNvGrpSpPr/>
          <p:nvPr/>
        </p:nvGrpSpPr>
        <p:grpSpPr>
          <a:xfrm>
            <a:off x="235650" y="204150"/>
            <a:ext cx="8683925" cy="4735200"/>
            <a:chOff x="235650" y="204150"/>
            <a:chExt cx="8683925" cy="4735200"/>
          </a:xfrm>
        </p:grpSpPr>
        <p:sp>
          <p:nvSpPr>
            <p:cNvPr id="13283" name="Google Shape;13283;p19"/>
            <p:cNvSpPr/>
            <p:nvPr/>
          </p:nvSpPr>
          <p:spPr>
            <a:xfrm>
              <a:off x="235650" y="204150"/>
              <a:ext cx="8672700" cy="4735200"/>
            </a:xfrm>
            <a:prstGeom prst="roundRect">
              <a:avLst>
                <a:gd name="adj" fmla="val 3441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284" name="Google Shape;13284;p19"/>
            <p:cNvCxnSpPr/>
            <p:nvPr/>
          </p:nvCxnSpPr>
          <p:spPr>
            <a:xfrm>
              <a:off x="240875" y="543800"/>
              <a:ext cx="8678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285" name="Google Shape;13285;p19"/>
            <p:cNvSpPr/>
            <p:nvPr/>
          </p:nvSpPr>
          <p:spPr>
            <a:xfrm>
              <a:off x="37842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6" name="Google Shape;13286;p19"/>
            <p:cNvSpPr/>
            <p:nvPr/>
          </p:nvSpPr>
          <p:spPr>
            <a:xfrm>
              <a:off x="68307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7" name="Google Shape;13287;p19"/>
            <p:cNvSpPr/>
            <p:nvPr/>
          </p:nvSpPr>
          <p:spPr>
            <a:xfrm>
              <a:off x="98772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88" name="Google Shape;13288;p19"/>
          <p:cNvSpPr txBox="1">
            <a:spLocks noGrp="1"/>
          </p:cNvSpPr>
          <p:nvPr>
            <p:ph type="title"/>
          </p:nvPr>
        </p:nvSpPr>
        <p:spPr>
          <a:xfrm>
            <a:off x="4271874" y="1187850"/>
            <a:ext cx="4158900" cy="175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0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289" name="Google Shape;13289;p19"/>
          <p:cNvSpPr txBox="1">
            <a:spLocks noGrp="1"/>
          </p:cNvSpPr>
          <p:nvPr>
            <p:ph type="subTitle" idx="1"/>
          </p:nvPr>
        </p:nvSpPr>
        <p:spPr>
          <a:xfrm>
            <a:off x="4875375" y="2894150"/>
            <a:ext cx="3555300" cy="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4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58" name="Google Shape;24958;p34"/>
          <p:cNvGrpSpPr/>
          <p:nvPr/>
        </p:nvGrpSpPr>
        <p:grpSpPr>
          <a:xfrm>
            <a:off x="57" y="450"/>
            <a:ext cx="9144000" cy="5142600"/>
            <a:chOff x="57" y="450"/>
            <a:chExt cx="9144000" cy="5142600"/>
          </a:xfrm>
        </p:grpSpPr>
        <p:cxnSp>
          <p:nvCxnSpPr>
            <p:cNvPr id="24959" name="Google Shape;24959;p34"/>
            <p:cNvCxnSpPr/>
            <p:nvPr/>
          </p:nvCxnSpPr>
          <p:spPr>
            <a:xfrm>
              <a:off x="4572057" y="-432972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60" name="Google Shape;24960;p34"/>
            <p:cNvCxnSpPr/>
            <p:nvPr/>
          </p:nvCxnSpPr>
          <p:spPr>
            <a:xfrm>
              <a:off x="4572057" y="-409442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61" name="Google Shape;24961;p34"/>
            <p:cNvCxnSpPr/>
            <p:nvPr/>
          </p:nvCxnSpPr>
          <p:spPr>
            <a:xfrm>
              <a:off x="4572057" y="-385967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62" name="Google Shape;24962;p34"/>
            <p:cNvCxnSpPr/>
            <p:nvPr/>
          </p:nvCxnSpPr>
          <p:spPr>
            <a:xfrm>
              <a:off x="4572057" y="-362552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63" name="Google Shape;24963;p34"/>
            <p:cNvCxnSpPr/>
            <p:nvPr/>
          </p:nvCxnSpPr>
          <p:spPr>
            <a:xfrm>
              <a:off x="4572057" y="-339062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64" name="Google Shape;24964;p34"/>
            <p:cNvCxnSpPr/>
            <p:nvPr/>
          </p:nvCxnSpPr>
          <p:spPr>
            <a:xfrm>
              <a:off x="4572057" y="-315662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65" name="Google Shape;24965;p34"/>
            <p:cNvCxnSpPr/>
            <p:nvPr/>
          </p:nvCxnSpPr>
          <p:spPr>
            <a:xfrm>
              <a:off x="4572057" y="-292157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66" name="Google Shape;24966;p34"/>
            <p:cNvCxnSpPr/>
            <p:nvPr/>
          </p:nvCxnSpPr>
          <p:spPr>
            <a:xfrm>
              <a:off x="4572057" y="-268772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67" name="Google Shape;24967;p34"/>
            <p:cNvCxnSpPr/>
            <p:nvPr/>
          </p:nvCxnSpPr>
          <p:spPr>
            <a:xfrm rot="5400000">
              <a:off x="-116367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68" name="Google Shape;24968;p34"/>
            <p:cNvCxnSpPr/>
            <p:nvPr/>
          </p:nvCxnSpPr>
          <p:spPr>
            <a:xfrm rot="5400000">
              <a:off x="-139827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69" name="Google Shape;24969;p34"/>
            <p:cNvCxnSpPr/>
            <p:nvPr/>
          </p:nvCxnSpPr>
          <p:spPr>
            <a:xfrm rot="5400000">
              <a:off x="-163287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70" name="Google Shape;24970;p34"/>
            <p:cNvCxnSpPr/>
            <p:nvPr/>
          </p:nvCxnSpPr>
          <p:spPr>
            <a:xfrm rot="5400000">
              <a:off x="-186747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71" name="Google Shape;24971;p34"/>
            <p:cNvCxnSpPr/>
            <p:nvPr/>
          </p:nvCxnSpPr>
          <p:spPr>
            <a:xfrm rot="5400000">
              <a:off x="-210207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72" name="Google Shape;24972;p34"/>
            <p:cNvCxnSpPr/>
            <p:nvPr/>
          </p:nvCxnSpPr>
          <p:spPr>
            <a:xfrm rot="5400000">
              <a:off x="-233667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73" name="Google Shape;24973;p34"/>
            <p:cNvCxnSpPr/>
            <p:nvPr/>
          </p:nvCxnSpPr>
          <p:spPr>
            <a:xfrm>
              <a:off x="4572057" y="-245192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74" name="Google Shape;24974;p34"/>
            <p:cNvCxnSpPr/>
            <p:nvPr/>
          </p:nvCxnSpPr>
          <p:spPr>
            <a:xfrm>
              <a:off x="4572057" y="-221927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75" name="Google Shape;24975;p34"/>
            <p:cNvCxnSpPr/>
            <p:nvPr/>
          </p:nvCxnSpPr>
          <p:spPr>
            <a:xfrm>
              <a:off x="4572057" y="-199212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76" name="Google Shape;24976;p34"/>
            <p:cNvCxnSpPr/>
            <p:nvPr/>
          </p:nvCxnSpPr>
          <p:spPr>
            <a:xfrm>
              <a:off x="4572057" y="-175767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77" name="Google Shape;24977;p34"/>
            <p:cNvCxnSpPr/>
            <p:nvPr/>
          </p:nvCxnSpPr>
          <p:spPr>
            <a:xfrm>
              <a:off x="4572057" y="-153052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78" name="Google Shape;24978;p34"/>
            <p:cNvCxnSpPr/>
            <p:nvPr/>
          </p:nvCxnSpPr>
          <p:spPr>
            <a:xfrm>
              <a:off x="4572057" y="-1288750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79" name="Google Shape;24979;p34"/>
            <p:cNvCxnSpPr/>
            <p:nvPr/>
          </p:nvCxnSpPr>
          <p:spPr>
            <a:xfrm>
              <a:off x="4572057" y="-106162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80" name="Google Shape;24980;p34"/>
            <p:cNvCxnSpPr/>
            <p:nvPr/>
          </p:nvCxnSpPr>
          <p:spPr>
            <a:xfrm>
              <a:off x="4572057" y="-82717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81" name="Google Shape;24981;p34"/>
            <p:cNvCxnSpPr/>
            <p:nvPr/>
          </p:nvCxnSpPr>
          <p:spPr>
            <a:xfrm>
              <a:off x="4572057" y="-601700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82" name="Google Shape;24982;p34"/>
            <p:cNvCxnSpPr/>
            <p:nvPr/>
          </p:nvCxnSpPr>
          <p:spPr>
            <a:xfrm>
              <a:off x="4572057" y="-35992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83" name="Google Shape;24983;p34"/>
            <p:cNvCxnSpPr/>
            <p:nvPr/>
          </p:nvCxnSpPr>
          <p:spPr>
            <a:xfrm>
              <a:off x="4572057" y="-12712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84" name="Google Shape;24984;p34"/>
            <p:cNvCxnSpPr/>
            <p:nvPr/>
          </p:nvCxnSpPr>
          <p:spPr>
            <a:xfrm>
              <a:off x="4572057" y="10567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85" name="Google Shape;24985;p34"/>
            <p:cNvCxnSpPr/>
            <p:nvPr/>
          </p:nvCxnSpPr>
          <p:spPr>
            <a:xfrm>
              <a:off x="4572057" y="338475"/>
              <a:ext cx="0" cy="9144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86" name="Google Shape;24986;p34"/>
            <p:cNvCxnSpPr/>
            <p:nvPr/>
          </p:nvCxnSpPr>
          <p:spPr>
            <a:xfrm rot="5400000">
              <a:off x="-91707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87" name="Google Shape;24987;p34"/>
            <p:cNvCxnSpPr/>
            <p:nvPr/>
          </p:nvCxnSpPr>
          <p:spPr>
            <a:xfrm rot="5400000">
              <a:off x="-68247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88" name="Google Shape;24988;p34"/>
            <p:cNvCxnSpPr/>
            <p:nvPr/>
          </p:nvCxnSpPr>
          <p:spPr>
            <a:xfrm rot="5400000">
              <a:off x="-44787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89" name="Google Shape;24989;p34"/>
            <p:cNvCxnSpPr/>
            <p:nvPr/>
          </p:nvCxnSpPr>
          <p:spPr>
            <a:xfrm rot="5400000">
              <a:off x="-20127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90" name="Google Shape;24990;p34"/>
            <p:cNvCxnSpPr/>
            <p:nvPr/>
          </p:nvCxnSpPr>
          <p:spPr>
            <a:xfrm rot="5400000">
              <a:off x="3332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91" name="Google Shape;24991;p34"/>
            <p:cNvCxnSpPr/>
            <p:nvPr/>
          </p:nvCxnSpPr>
          <p:spPr>
            <a:xfrm rot="5400000">
              <a:off x="27992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92" name="Google Shape;24992;p34"/>
            <p:cNvCxnSpPr/>
            <p:nvPr/>
          </p:nvCxnSpPr>
          <p:spPr>
            <a:xfrm rot="5400000">
              <a:off x="52652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93" name="Google Shape;24993;p34"/>
            <p:cNvCxnSpPr/>
            <p:nvPr/>
          </p:nvCxnSpPr>
          <p:spPr>
            <a:xfrm rot="5400000">
              <a:off x="77312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94" name="Google Shape;24994;p34"/>
            <p:cNvCxnSpPr/>
            <p:nvPr/>
          </p:nvCxnSpPr>
          <p:spPr>
            <a:xfrm rot="5400000">
              <a:off x="101972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95" name="Google Shape;24995;p34"/>
            <p:cNvCxnSpPr/>
            <p:nvPr/>
          </p:nvCxnSpPr>
          <p:spPr>
            <a:xfrm rot="5400000">
              <a:off x="126632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96" name="Google Shape;24996;p34"/>
            <p:cNvCxnSpPr/>
            <p:nvPr/>
          </p:nvCxnSpPr>
          <p:spPr>
            <a:xfrm rot="5400000">
              <a:off x="151292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97" name="Google Shape;24997;p34"/>
            <p:cNvCxnSpPr/>
            <p:nvPr/>
          </p:nvCxnSpPr>
          <p:spPr>
            <a:xfrm rot="5400000">
              <a:off x="175952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98" name="Google Shape;24998;p34"/>
            <p:cNvCxnSpPr/>
            <p:nvPr/>
          </p:nvCxnSpPr>
          <p:spPr>
            <a:xfrm rot="5400000">
              <a:off x="2000750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99" name="Google Shape;24999;p34"/>
            <p:cNvCxnSpPr/>
            <p:nvPr/>
          </p:nvCxnSpPr>
          <p:spPr>
            <a:xfrm rot="5400000">
              <a:off x="2247350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00" name="Google Shape;25000;p34"/>
            <p:cNvCxnSpPr/>
            <p:nvPr/>
          </p:nvCxnSpPr>
          <p:spPr>
            <a:xfrm rot="5400000">
              <a:off x="2488575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01" name="Google Shape;25001;p34"/>
            <p:cNvCxnSpPr/>
            <p:nvPr/>
          </p:nvCxnSpPr>
          <p:spPr>
            <a:xfrm rot="5400000">
              <a:off x="2740550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02" name="Google Shape;25002;p34"/>
            <p:cNvCxnSpPr/>
            <p:nvPr/>
          </p:nvCxnSpPr>
          <p:spPr>
            <a:xfrm rot="5400000">
              <a:off x="2976400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03" name="Google Shape;25003;p34"/>
            <p:cNvCxnSpPr/>
            <p:nvPr/>
          </p:nvCxnSpPr>
          <p:spPr>
            <a:xfrm rot="5400000">
              <a:off x="3223000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04" name="Google Shape;25004;p34"/>
            <p:cNvCxnSpPr/>
            <p:nvPr/>
          </p:nvCxnSpPr>
          <p:spPr>
            <a:xfrm rot="5400000">
              <a:off x="3469600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05" name="Google Shape;25005;p34"/>
            <p:cNvCxnSpPr/>
            <p:nvPr/>
          </p:nvCxnSpPr>
          <p:spPr>
            <a:xfrm rot="5400000">
              <a:off x="3716200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06" name="Google Shape;25006;p34"/>
            <p:cNvCxnSpPr/>
            <p:nvPr/>
          </p:nvCxnSpPr>
          <p:spPr>
            <a:xfrm rot="5400000">
              <a:off x="3962800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07" name="Google Shape;25007;p34"/>
            <p:cNvCxnSpPr/>
            <p:nvPr/>
          </p:nvCxnSpPr>
          <p:spPr>
            <a:xfrm rot="5400000">
              <a:off x="4209400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08" name="Google Shape;25008;p34"/>
            <p:cNvCxnSpPr/>
            <p:nvPr/>
          </p:nvCxnSpPr>
          <p:spPr>
            <a:xfrm rot="5400000">
              <a:off x="4456000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09" name="Google Shape;25009;p34"/>
            <p:cNvCxnSpPr/>
            <p:nvPr/>
          </p:nvCxnSpPr>
          <p:spPr>
            <a:xfrm rot="5400000">
              <a:off x="4702600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10" name="Google Shape;25010;p34"/>
            <p:cNvCxnSpPr/>
            <p:nvPr/>
          </p:nvCxnSpPr>
          <p:spPr>
            <a:xfrm rot="5400000">
              <a:off x="4949200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11" name="Google Shape;25011;p34"/>
            <p:cNvCxnSpPr/>
            <p:nvPr/>
          </p:nvCxnSpPr>
          <p:spPr>
            <a:xfrm rot="5400000">
              <a:off x="5195800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12" name="Google Shape;25012;p34"/>
            <p:cNvCxnSpPr/>
            <p:nvPr/>
          </p:nvCxnSpPr>
          <p:spPr>
            <a:xfrm rot="5400000">
              <a:off x="5442400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13" name="Google Shape;25013;p34"/>
            <p:cNvCxnSpPr/>
            <p:nvPr/>
          </p:nvCxnSpPr>
          <p:spPr>
            <a:xfrm rot="5400000">
              <a:off x="5689000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14" name="Google Shape;25014;p34"/>
            <p:cNvCxnSpPr/>
            <p:nvPr/>
          </p:nvCxnSpPr>
          <p:spPr>
            <a:xfrm rot="5400000">
              <a:off x="5935600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15" name="Google Shape;25015;p34"/>
            <p:cNvCxnSpPr/>
            <p:nvPr/>
          </p:nvCxnSpPr>
          <p:spPr>
            <a:xfrm rot="5400000">
              <a:off x="6182200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16" name="Google Shape;25016;p34"/>
            <p:cNvCxnSpPr/>
            <p:nvPr/>
          </p:nvCxnSpPr>
          <p:spPr>
            <a:xfrm rot="5400000">
              <a:off x="6428800" y="2571750"/>
              <a:ext cx="51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017" name="Google Shape;25017;p34"/>
          <p:cNvGrpSpPr/>
          <p:nvPr/>
        </p:nvGrpSpPr>
        <p:grpSpPr>
          <a:xfrm>
            <a:off x="235538" y="204088"/>
            <a:ext cx="8684038" cy="4735200"/>
            <a:chOff x="235538" y="204088"/>
            <a:chExt cx="8684038" cy="4735200"/>
          </a:xfrm>
        </p:grpSpPr>
        <p:sp>
          <p:nvSpPr>
            <p:cNvPr id="25018" name="Google Shape;25018;p34"/>
            <p:cNvSpPr/>
            <p:nvPr/>
          </p:nvSpPr>
          <p:spPr>
            <a:xfrm>
              <a:off x="235538" y="204088"/>
              <a:ext cx="8672700" cy="4735200"/>
            </a:xfrm>
            <a:prstGeom prst="roundRect">
              <a:avLst>
                <a:gd name="adj" fmla="val 3441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019" name="Google Shape;25019;p34"/>
            <p:cNvCxnSpPr/>
            <p:nvPr/>
          </p:nvCxnSpPr>
          <p:spPr>
            <a:xfrm>
              <a:off x="240875" y="543800"/>
              <a:ext cx="8678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020" name="Google Shape;25020;p34"/>
            <p:cNvSpPr/>
            <p:nvPr/>
          </p:nvSpPr>
          <p:spPr>
            <a:xfrm>
              <a:off x="37842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lt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1" name="Google Shape;25021;p34"/>
            <p:cNvSpPr/>
            <p:nvPr/>
          </p:nvSpPr>
          <p:spPr>
            <a:xfrm>
              <a:off x="68307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2" name="Google Shape;25022;p34"/>
            <p:cNvSpPr/>
            <p:nvPr/>
          </p:nvSpPr>
          <p:spPr>
            <a:xfrm>
              <a:off x="98772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5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24" name="Google Shape;25024;p35"/>
          <p:cNvGrpSpPr/>
          <p:nvPr/>
        </p:nvGrpSpPr>
        <p:grpSpPr>
          <a:xfrm>
            <a:off x="38150" y="35427"/>
            <a:ext cx="9067465" cy="5072518"/>
            <a:chOff x="0" y="-63776"/>
            <a:chExt cx="9309513" cy="5207389"/>
          </a:xfrm>
        </p:grpSpPr>
        <p:sp>
          <p:nvSpPr>
            <p:cNvPr id="25025" name="Google Shape;25025;p35"/>
            <p:cNvSpPr/>
            <p:nvPr/>
          </p:nvSpPr>
          <p:spPr>
            <a:xfrm>
              <a:off x="2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6" name="Google Shape;25026;p35"/>
            <p:cNvSpPr/>
            <p:nvPr/>
          </p:nvSpPr>
          <p:spPr>
            <a:xfrm>
              <a:off x="2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7" name="Google Shape;25027;p35"/>
            <p:cNvSpPr/>
            <p:nvPr/>
          </p:nvSpPr>
          <p:spPr>
            <a:xfrm>
              <a:off x="2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8" name="Google Shape;25028;p35"/>
            <p:cNvSpPr/>
            <p:nvPr/>
          </p:nvSpPr>
          <p:spPr>
            <a:xfrm>
              <a:off x="2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9" name="Google Shape;25029;p35"/>
            <p:cNvSpPr/>
            <p:nvPr/>
          </p:nvSpPr>
          <p:spPr>
            <a:xfrm>
              <a:off x="2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0" name="Google Shape;25030;p35"/>
            <p:cNvSpPr/>
            <p:nvPr/>
          </p:nvSpPr>
          <p:spPr>
            <a:xfrm>
              <a:off x="2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1" name="Google Shape;25031;p35"/>
            <p:cNvSpPr/>
            <p:nvPr/>
          </p:nvSpPr>
          <p:spPr>
            <a:xfrm>
              <a:off x="2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2" name="Google Shape;25032;p35"/>
            <p:cNvSpPr/>
            <p:nvPr/>
          </p:nvSpPr>
          <p:spPr>
            <a:xfrm>
              <a:off x="2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3" name="Google Shape;25033;p35"/>
            <p:cNvSpPr/>
            <p:nvPr/>
          </p:nvSpPr>
          <p:spPr>
            <a:xfrm>
              <a:off x="2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4" name="Google Shape;25034;p35"/>
            <p:cNvSpPr/>
            <p:nvPr/>
          </p:nvSpPr>
          <p:spPr>
            <a:xfrm>
              <a:off x="2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5" name="Google Shape;25035;p35"/>
            <p:cNvSpPr/>
            <p:nvPr/>
          </p:nvSpPr>
          <p:spPr>
            <a:xfrm>
              <a:off x="2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6" name="Google Shape;25036;p35"/>
            <p:cNvSpPr/>
            <p:nvPr/>
          </p:nvSpPr>
          <p:spPr>
            <a:xfrm>
              <a:off x="2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7" name="Google Shape;25037;p35"/>
            <p:cNvSpPr/>
            <p:nvPr/>
          </p:nvSpPr>
          <p:spPr>
            <a:xfrm>
              <a:off x="1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8" name="Google Shape;25038;p35"/>
            <p:cNvSpPr/>
            <p:nvPr/>
          </p:nvSpPr>
          <p:spPr>
            <a:xfrm>
              <a:off x="1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9" name="Google Shape;25039;p35"/>
            <p:cNvSpPr/>
            <p:nvPr/>
          </p:nvSpPr>
          <p:spPr>
            <a:xfrm>
              <a:off x="1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0" name="Google Shape;25040;p35"/>
            <p:cNvSpPr/>
            <p:nvPr/>
          </p:nvSpPr>
          <p:spPr>
            <a:xfrm>
              <a:off x="1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1" name="Google Shape;25041;p35"/>
            <p:cNvSpPr/>
            <p:nvPr/>
          </p:nvSpPr>
          <p:spPr>
            <a:xfrm>
              <a:off x="1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2" name="Google Shape;25042;p35"/>
            <p:cNvSpPr/>
            <p:nvPr/>
          </p:nvSpPr>
          <p:spPr>
            <a:xfrm>
              <a:off x="1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3" name="Google Shape;25043;p35"/>
            <p:cNvSpPr/>
            <p:nvPr/>
          </p:nvSpPr>
          <p:spPr>
            <a:xfrm>
              <a:off x="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4" name="Google Shape;25044;p35"/>
            <p:cNvSpPr/>
            <p:nvPr/>
          </p:nvSpPr>
          <p:spPr>
            <a:xfrm>
              <a:off x="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5" name="Google Shape;25045;p35"/>
            <p:cNvSpPr/>
            <p:nvPr/>
          </p:nvSpPr>
          <p:spPr>
            <a:xfrm>
              <a:off x="21763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6" name="Google Shape;25046;p35"/>
            <p:cNvSpPr/>
            <p:nvPr/>
          </p:nvSpPr>
          <p:spPr>
            <a:xfrm>
              <a:off x="21763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7" name="Google Shape;25047;p35"/>
            <p:cNvSpPr/>
            <p:nvPr/>
          </p:nvSpPr>
          <p:spPr>
            <a:xfrm>
              <a:off x="21763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8" name="Google Shape;25048;p35"/>
            <p:cNvSpPr/>
            <p:nvPr/>
          </p:nvSpPr>
          <p:spPr>
            <a:xfrm>
              <a:off x="21763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9" name="Google Shape;25049;p35"/>
            <p:cNvSpPr/>
            <p:nvPr/>
          </p:nvSpPr>
          <p:spPr>
            <a:xfrm>
              <a:off x="21763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0" name="Google Shape;25050;p35"/>
            <p:cNvSpPr/>
            <p:nvPr/>
          </p:nvSpPr>
          <p:spPr>
            <a:xfrm>
              <a:off x="21763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1" name="Google Shape;25051;p35"/>
            <p:cNvSpPr/>
            <p:nvPr/>
          </p:nvSpPr>
          <p:spPr>
            <a:xfrm>
              <a:off x="21763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2" name="Google Shape;25052;p35"/>
            <p:cNvSpPr/>
            <p:nvPr/>
          </p:nvSpPr>
          <p:spPr>
            <a:xfrm>
              <a:off x="21763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3" name="Google Shape;25053;p35"/>
            <p:cNvSpPr/>
            <p:nvPr/>
          </p:nvSpPr>
          <p:spPr>
            <a:xfrm>
              <a:off x="21763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4" name="Google Shape;25054;p35"/>
            <p:cNvSpPr/>
            <p:nvPr/>
          </p:nvSpPr>
          <p:spPr>
            <a:xfrm>
              <a:off x="21763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5" name="Google Shape;25055;p35"/>
            <p:cNvSpPr/>
            <p:nvPr/>
          </p:nvSpPr>
          <p:spPr>
            <a:xfrm>
              <a:off x="21763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6" name="Google Shape;25056;p35"/>
            <p:cNvSpPr/>
            <p:nvPr/>
          </p:nvSpPr>
          <p:spPr>
            <a:xfrm>
              <a:off x="21763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7" name="Google Shape;25057;p35"/>
            <p:cNvSpPr/>
            <p:nvPr/>
          </p:nvSpPr>
          <p:spPr>
            <a:xfrm>
              <a:off x="21761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8" name="Google Shape;25058;p35"/>
            <p:cNvSpPr/>
            <p:nvPr/>
          </p:nvSpPr>
          <p:spPr>
            <a:xfrm>
              <a:off x="21761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9" name="Google Shape;25059;p35"/>
            <p:cNvSpPr/>
            <p:nvPr/>
          </p:nvSpPr>
          <p:spPr>
            <a:xfrm>
              <a:off x="21761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0" name="Google Shape;25060;p35"/>
            <p:cNvSpPr/>
            <p:nvPr/>
          </p:nvSpPr>
          <p:spPr>
            <a:xfrm>
              <a:off x="21761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1" name="Google Shape;25061;p35"/>
            <p:cNvSpPr/>
            <p:nvPr/>
          </p:nvSpPr>
          <p:spPr>
            <a:xfrm>
              <a:off x="21761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2" name="Google Shape;25062;p35"/>
            <p:cNvSpPr/>
            <p:nvPr/>
          </p:nvSpPr>
          <p:spPr>
            <a:xfrm>
              <a:off x="21761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3" name="Google Shape;25063;p35"/>
            <p:cNvSpPr/>
            <p:nvPr/>
          </p:nvSpPr>
          <p:spPr>
            <a:xfrm>
              <a:off x="21760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4" name="Google Shape;25064;p35"/>
            <p:cNvSpPr/>
            <p:nvPr/>
          </p:nvSpPr>
          <p:spPr>
            <a:xfrm>
              <a:off x="21760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5" name="Google Shape;25065;p35"/>
            <p:cNvSpPr/>
            <p:nvPr/>
          </p:nvSpPr>
          <p:spPr>
            <a:xfrm>
              <a:off x="43523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6" name="Google Shape;25066;p35"/>
            <p:cNvSpPr/>
            <p:nvPr/>
          </p:nvSpPr>
          <p:spPr>
            <a:xfrm>
              <a:off x="43523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7" name="Google Shape;25067;p35"/>
            <p:cNvSpPr/>
            <p:nvPr/>
          </p:nvSpPr>
          <p:spPr>
            <a:xfrm>
              <a:off x="43523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8" name="Google Shape;25068;p35"/>
            <p:cNvSpPr/>
            <p:nvPr/>
          </p:nvSpPr>
          <p:spPr>
            <a:xfrm>
              <a:off x="43523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9" name="Google Shape;25069;p35"/>
            <p:cNvSpPr/>
            <p:nvPr/>
          </p:nvSpPr>
          <p:spPr>
            <a:xfrm>
              <a:off x="43523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0" name="Google Shape;25070;p35"/>
            <p:cNvSpPr/>
            <p:nvPr/>
          </p:nvSpPr>
          <p:spPr>
            <a:xfrm>
              <a:off x="43523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1" name="Google Shape;25071;p35"/>
            <p:cNvSpPr/>
            <p:nvPr/>
          </p:nvSpPr>
          <p:spPr>
            <a:xfrm>
              <a:off x="43523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2" name="Google Shape;25072;p35"/>
            <p:cNvSpPr/>
            <p:nvPr/>
          </p:nvSpPr>
          <p:spPr>
            <a:xfrm>
              <a:off x="43523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3" name="Google Shape;25073;p35"/>
            <p:cNvSpPr/>
            <p:nvPr/>
          </p:nvSpPr>
          <p:spPr>
            <a:xfrm>
              <a:off x="43523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4" name="Google Shape;25074;p35"/>
            <p:cNvSpPr/>
            <p:nvPr/>
          </p:nvSpPr>
          <p:spPr>
            <a:xfrm>
              <a:off x="43523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5" name="Google Shape;25075;p35"/>
            <p:cNvSpPr/>
            <p:nvPr/>
          </p:nvSpPr>
          <p:spPr>
            <a:xfrm>
              <a:off x="43523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6" name="Google Shape;25076;p35"/>
            <p:cNvSpPr/>
            <p:nvPr/>
          </p:nvSpPr>
          <p:spPr>
            <a:xfrm>
              <a:off x="43523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7" name="Google Shape;25077;p35"/>
            <p:cNvSpPr/>
            <p:nvPr/>
          </p:nvSpPr>
          <p:spPr>
            <a:xfrm>
              <a:off x="4352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8" name="Google Shape;25078;p35"/>
            <p:cNvSpPr/>
            <p:nvPr/>
          </p:nvSpPr>
          <p:spPr>
            <a:xfrm>
              <a:off x="4352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9" name="Google Shape;25079;p35"/>
            <p:cNvSpPr/>
            <p:nvPr/>
          </p:nvSpPr>
          <p:spPr>
            <a:xfrm>
              <a:off x="4352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0" name="Google Shape;25080;p35"/>
            <p:cNvSpPr/>
            <p:nvPr/>
          </p:nvSpPr>
          <p:spPr>
            <a:xfrm>
              <a:off x="4352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1" name="Google Shape;25081;p35"/>
            <p:cNvSpPr/>
            <p:nvPr/>
          </p:nvSpPr>
          <p:spPr>
            <a:xfrm>
              <a:off x="4352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2" name="Google Shape;25082;p35"/>
            <p:cNvSpPr/>
            <p:nvPr/>
          </p:nvSpPr>
          <p:spPr>
            <a:xfrm>
              <a:off x="4352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3" name="Google Shape;25083;p35"/>
            <p:cNvSpPr/>
            <p:nvPr/>
          </p:nvSpPr>
          <p:spPr>
            <a:xfrm>
              <a:off x="4352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4" name="Google Shape;25084;p35"/>
            <p:cNvSpPr/>
            <p:nvPr/>
          </p:nvSpPr>
          <p:spPr>
            <a:xfrm>
              <a:off x="4352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5" name="Google Shape;25085;p35"/>
            <p:cNvSpPr/>
            <p:nvPr/>
          </p:nvSpPr>
          <p:spPr>
            <a:xfrm>
              <a:off x="65284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6" name="Google Shape;25086;p35"/>
            <p:cNvSpPr/>
            <p:nvPr/>
          </p:nvSpPr>
          <p:spPr>
            <a:xfrm>
              <a:off x="65284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7" name="Google Shape;25087;p35"/>
            <p:cNvSpPr/>
            <p:nvPr/>
          </p:nvSpPr>
          <p:spPr>
            <a:xfrm>
              <a:off x="65284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8" name="Google Shape;25088;p35"/>
            <p:cNvSpPr/>
            <p:nvPr/>
          </p:nvSpPr>
          <p:spPr>
            <a:xfrm>
              <a:off x="65284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9" name="Google Shape;25089;p35"/>
            <p:cNvSpPr/>
            <p:nvPr/>
          </p:nvSpPr>
          <p:spPr>
            <a:xfrm>
              <a:off x="65284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0" name="Google Shape;25090;p35"/>
            <p:cNvSpPr/>
            <p:nvPr/>
          </p:nvSpPr>
          <p:spPr>
            <a:xfrm>
              <a:off x="65284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1" name="Google Shape;25091;p35"/>
            <p:cNvSpPr/>
            <p:nvPr/>
          </p:nvSpPr>
          <p:spPr>
            <a:xfrm>
              <a:off x="65284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2" name="Google Shape;25092;p35"/>
            <p:cNvSpPr/>
            <p:nvPr/>
          </p:nvSpPr>
          <p:spPr>
            <a:xfrm>
              <a:off x="65284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3" name="Google Shape;25093;p35"/>
            <p:cNvSpPr/>
            <p:nvPr/>
          </p:nvSpPr>
          <p:spPr>
            <a:xfrm>
              <a:off x="65284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4" name="Google Shape;25094;p35"/>
            <p:cNvSpPr/>
            <p:nvPr/>
          </p:nvSpPr>
          <p:spPr>
            <a:xfrm>
              <a:off x="65284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5" name="Google Shape;25095;p35"/>
            <p:cNvSpPr/>
            <p:nvPr/>
          </p:nvSpPr>
          <p:spPr>
            <a:xfrm>
              <a:off x="65284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6" name="Google Shape;25096;p35"/>
            <p:cNvSpPr/>
            <p:nvPr/>
          </p:nvSpPr>
          <p:spPr>
            <a:xfrm>
              <a:off x="65284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7" name="Google Shape;25097;p35"/>
            <p:cNvSpPr/>
            <p:nvPr/>
          </p:nvSpPr>
          <p:spPr>
            <a:xfrm>
              <a:off x="65283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8" name="Google Shape;25098;p35"/>
            <p:cNvSpPr/>
            <p:nvPr/>
          </p:nvSpPr>
          <p:spPr>
            <a:xfrm>
              <a:off x="65283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9" name="Google Shape;25099;p35"/>
            <p:cNvSpPr/>
            <p:nvPr/>
          </p:nvSpPr>
          <p:spPr>
            <a:xfrm>
              <a:off x="65283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0" name="Google Shape;25100;p35"/>
            <p:cNvSpPr/>
            <p:nvPr/>
          </p:nvSpPr>
          <p:spPr>
            <a:xfrm>
              <a:off x="65283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1" name="Google Shape;25101;p35"/>
            <p:cNvSpPr/>
            <p:nvPr/>
          </p:nvSpPr>
          <p:spPr>
            <a:xfrm>
              <a:off x="65283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2" name="Google Shape;25102;p35"/>
            <p:cNvSpPr/>
            <p:nvPr/>
          </p:nvSpPr>
          <p:spPr>
            <a:xfrm>
              <a:off x="65283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3" name="Google Shape;25103;p35"/>
            <p:cNvSpPr/>
            <p:nvPr/>
          </p:nvSpPr>
          <p:spPr>
            <a:xfrm>
              <a:off x="65281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4" name="Google Shape;25104;p35"/>
            <p:cNvSpPr/>
            <p:nvPr/>
          </p:nvSpPr>
          <p:spPr>
            <a:xfrm>
              <a:off x="65281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5" name="Google Shape;25105;p35"/>
            <p:cNvSpPr/>
            <p:nvPr/>
          </p:nvSpPr>
          <p:spPr>
            <a:xfrm>
              <a:off x="87044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6" name="Google Shape;25106;p35"/>
            <p:cNvSpPr/>
            <p:nvPr/>
          </p:nvSpPr>
          <p:spPr>
            <a:xfrm>
              <a:off x="87044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7" name="Google Shape;25107;p35"/>
            <p:cNvSpPr/>
            <p:nvPr/>
          </p:nvSpPr>
          <p:spPr>
            <a:xfrm>
              <a:off x="87044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8" name="Google Shape;25108;p35"/>
            <p:cNvSpPr/>
            <p:nvPr/>
          </p:nvSpPr>
          <p:spPr>
            <a:xfrm>
              <a:off x="87044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9" name="Google Shape;25109;p35"/>
            <p:cNvSpPr/>
            <p:nvPr/>
          </p:nvSpPr>
          <p:spPr>
            <a:xfrm>
              <a:off x="87044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0" name="Google Shape;25110;p35"/>
            <p:cNvSpPr/>
            <p:nvPr/>
          </p:nvSpPr>
          <p:spPr>
            <a:xfrm>
              <a:off x="87044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1" name="Google Shape;25111;p35"/>
            <p:cNvSpPr/>
            <p:nvPr/>
          </p:nvSpPr>
          <p:spPr>
            <a:xfrm>
              <a:off x="87044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2" name="Google Shape;25112;p35"/>
            <p:cNvSpPr/>
            <p:nvPr/>
          </p:nvSpPr>
          <p:spPr>
            <a:xfrm>
              <a:off x="87044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3" name="Google Shape;25113;p35"/>
            <p:cNvSpPr/>
            <p:nvPr/>
          </p:nvSpPr>
          <p:spPr>
            <a:xfrm>
              <a:off x="87044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4" name="Google Shape;25114;p35"/>
            <p:cNvSpPr/>
            <p:nvPr/>
          </p:nvSpPr>
          <p:spPr>
            <a:xfrm>
              <a:off x="87044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5" name="Google Shape;25115;p35"/>
            <p:cNvSpPr/>
            <p:nvPr/>
          </p:nvSpPr>
          <p:spPr>
            <a:xfrm>
              <a:off x="87044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6" name="Google Shape;25116;p35"/>
            <p:cNvSpPr/>
            <p:nvPr/>
          </p:nvSpPr>
          <p:spPr>
            <a:xfrm>
              <a:off x="87044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7" name="Google Shape;25117;p35"/>
            <p:cNvSpPr/>
            <p:nvPr/>
          </p:nvSpPr>
          <p:spPr>
            <a:xfrm>
              <a:off x="87043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8" name="Google Shape;25118;p35"/>
            <p:cNvSpPr/>
            <p:nvPr/>
          </p:nvSpPr>
          <p:spPr>
            <a:xfrm>
              <a:off x="87043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9" name="Google Shape;25119;p35"/>
            <p:cNvSpPr/>
            <p:nvPr/>
          </p:nvSpPr>
          <p:spPr>
            <a:xfrm>
              <a:off x="87043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0" name="Google Shape;25120;p35"/>
            <p:cNvSpPr/>
            <p:nvPr/>
          </p:nvSpPr>
          <p:spPr>
            <a:xfrm>
              <a:off x="87043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1" name="Google Shape;25121;p35"/>
            <p:cNvSpPr/>
            <p:nvPr/>
          </p:nvSpPr>
          <p:spPr>
            <a:xfrm>
              <a:off x="87043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2" name="Google Shape;25122;p35"/>
            <p:cNvSpPr/>
            <p:nvPr/>
          </p:nvSpPr>
          <p:spPr>
            <a:xfrm>
              <a:off x="87043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3" name="Google Shape;25123;p35"/>
            <p:cNvSpPr/>
            <p:nvPr/>
          </p:nvSpPr>
          <p:spPr>
            <a:xfrm>
              <a:off x="87042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4" name="Google Shape;25124;p35"/>
            <p:cNvSpPr/>
            <p:nvPr/>
          </p:nvSpPr>
          <p:spPr>
            <a:xfrm>
              <a:off x="87042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5" name="Google Shape;25125;p35"/>
            <p:cNvSpPr/>
            <p:nvPr/>
          </p:nvSpPr>
          <p:spPr>
            <a:xfrm>
              <a:off x="108805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6" name="Google Shape;25126;p35"/>
            <p:cNvSpPr/>
            <p:nvPr/>
          </p:nvSpPr>
          <p:spPr>
            <a:xfrm>
              <a:off x="108805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7" name="Google Shape;25127;p35"/>
            <p:cNvSpPr/>
            <p:nvPr/>
          </p:nvSpPr>
          <p:spPr>
            <a:xfrm>
              <a:off x="108805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8" name="Google Shape;25128;p35"/>
            <p:cNvSpPr/>
            <p:nvPr/>
          </p:nvSpPr>
          <p:spPr>
            <a:xfrm>
              <a:off x="108805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9" name="Google Shape;25129;p35"/>
            <p:cNvSpPr/>
            <p:nvPr/>
          </p:nvSpPr>
          <p:spPr>
            <a:xfrm>
              <a:off x="108805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0" name="Google Shape;25130;p35"/>
            <p:cNvSpPr/>
            <p:nvPr/>
          </p:nvSpPr>
          <p:spPr>
            <a:xfrm>
              <a:off x="108805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1" name="Google Shape;25131;p35"/>
            <p:cNvSpPr/>
            <p:nvPr/>
          </p:nvSpPr>
          <p:spPr>
            <a:xfrm>
              <a:off x="108805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2" name="Google Shape;25132;p35"/>
            <p:cNvSpPr/>
            <p:nvPr/>
          </p:nvSpPr>
          <p:spPr>
            <a:xfrm>
              <a:off x="108805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3" name="Google Shape;25133;p35"/>
            <p:cNvSpPr/>
            <p:nvPr/>
          </p:nvSpPr>
          <p:spPr>
            <a:xfrm>
              <a:off x="108805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4" name="Google Shape;25134;p35"/>
            <p:cNvSpPr/>
            <p:nvPr/>
          </p:nvSpPr>
          <p:spPr>
            <a:xfrm>
              <a:off x="108805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5" name="Google Shape;25135;p35"/>
            <p:cNvSpPr/>
            <p:nvPr/>
          </p:nvSpPr>
          <p:spPr>
            <a:xfrm>
              <a:off x="108805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6" name="Google Shape;25136;p35"/>
            <p:cNvSpPr/>
            <p:nvPr/>
          </p:nvSpPr>
          <p:spPr>
            <a:xfrm>
              <a:off x="108805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7" name="Google Shape;25137;p35"/>
            <p:cNvSpPr/>
            <p:nvPr/>
          </p:nvSpPr>
          <p:spPr>
            <a:xfrm>
              <a:off x="108804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8" name="Google Shape;25138;p35"/>
            <p:cNvSpPr/>
            <p:nvPr/>
          </p:nvSpPr>
          <p:spPr>
            <a:xfrm>
              <a:off x="108804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9" name="Google Shape;25139;p35"/>
            <p:cNvSpPr/>
            <p:nvPr/>
          </p:nvSpPr>
          <p:spPr>
            <a:xfrm>
              <a:off x="108804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0" name="Google Shape;25140;p35"/>
            <p:cNvSpPr/>
            <p:nvPr/>
          </p:nvSpPr>
          <p:spPr>
            <a:xfrm>
              <a:off x="108804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1" name="Google Shape;25141;p35"/>
            <p:cNvSpPr/>
            <p:nvPr/>
          </p:nvSpPr>
          <p:spPr>
            <a:xfrm>
              <a:off x="108804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2" name="Google Shape;25142;p35"/>
            <p:cNvSpPr/>
            <p:nvPr/>
          </p:nvSpPr>
          <p:spPr>
            <a:xfrm>
              <a:off x="108804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3" name="Google Shape;25143;p35"/>
            <p:cNvSpPr/>
            <p:nvPr/>
          </p:nvSpPr>
          <p:spPr>
            <a:xfrm>
              <a:off x="108802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4" name="Google Shape;25144;p35"/>
            <p:cNvSpPr/>
            <p:nvPr/>
          </p:nvSpPr>
          <p:spPr>
            <a:xfrm>
              <a:off x="108802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5" name="Google Shape;25145;p35"/>
            <p:cNvSpPr/>
            <p:nvPr/>
          </p:nvSpPr>
          <p:spPr>
            <a:xfrm>
              <a:off x="130566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6" name="Google Shape;25146;p35"/>
            <p:cNvSpPr/>
            <p:nvPr/>
          </p:nvSpPr>
          <p:spPr>
            <a:xfrm>
              <a:off x="130566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7" name="Google Shape;25147;p35"/>
            <p:cNvSpPr/>
            <p:nvPr/>
          </p:nvSpPr>
          <p:spPr>
            <a:xfrm>
              <a:off x="130566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8" name="Google Shape;25148;p35"/>
            <p:cNvSpPr/>
            <p:nvPr/>
          </p:nvSpPr>
          <p:spPr>
            <a:xfrm>
              <a:off x="130566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9" name="Google Shape;25149;p35"/>
            <p:cNvSpPr/>
            <p:nvPr/>
          </p:nvSpPr>
          <p:spPr>
            <a:xfrm>
              <a:off x="130566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0" name="Google Shape;25150;p35"/>
            <p:cNvSpPr/>
            <p:nvPr/>
          </p:nvSpPr>
          <p:spPr>
            <a:xfrm>
              <a:off x="130566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1" name="Google Shape;25151;p35"/>
            <p:cNvSpPr/>
            <p:nvPr/>
          </p:nvSpPr>
          <p:spPr>
            <a:xfrm>
              <a:off x="130566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2" name="Google Shape;25152;p35"/>
            <p:cNvSpPr/>
            <p:nvPr/>
          </p:nvSpPr>
          <p:spPr>
            <a:xfrm>
              <a:off x="130566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3" name="Google Shape;25153;p35"/>
            <p:cNvSpPr/>
            <p:nvPr/>
          </p:nvSpPr>
          <p:spPr>
            <a:xfrm>
              <a:off x="130566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4" name="Google Shape;25154;p35"/>
            <p:cNvSpPr/>
            <p:nvPr/>
          </p:nvSpPr>
          <p:spPr>
            <a:xfrm>
              <a:off x="130566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5" name="Google Shape;25155;p35"/>
            <p:cNvSpPr/>
            <p:nvPr/>
          </p:nvSpPr>
          <p:spPr>
            <a:xfrm>
              <a:off x="130566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6" name="Google Shape;25156;p35"/>
            <p:cNvSpPr/>
            <p:nvPr/>
          </p:nvSpPr>
          <p:spPr>
            <a:xfrm>
              <a:off x="130566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7" name="Google Shape;25157;p35"/>
            <p:cNvSpPr/>
            <p:nvPr/>
          </p:nvSpPr>
          <p:spPr>
            <a:xfrm>
              <a:off x="130564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8" name="Google Shape;25158;p35"/>
            <p:cNvSpPr/>
            <p:nvPr/>
          </p:nvSpPr>
          <p:spPr>
            <a:xfrm>
              <a:off x="130564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9" name="Google Shape;25159;p35"/>
            <p:cNvSpPr/>
            <p:nvPr/>
          </p:nvSpPr>
          <p:spPr>
            <a:xfrm>
              <a:off x="130564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0" name="Google Shape;25160;p35"/>
            <p:cNvSpPr/>
            <p:nvPr/>
          </p:nvSpPr>
          <p:spPr>
            <a:xfrm>
              <a:off x="130564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1" name="Google Shape;25161;p35"/>
            <p:cNvSpPr/>
            <p:nvPr/>
          </p:nvSpPr>
          <p:spPr>
            <a:xfrm>
              <a:off x="130564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2" name="Google Shape;25162;p35"/>
            <p:cNvSpPr/>
            <p:nvPr/>
          </p:nvSpPr>
          <p:spPr>
            <a:xfrm>
              <a:off x="130564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3" name="Google Shape;25163;p35"/>
            <p:cNvSpPr/>
            <p:nvPr/>
          </p:nvSpPr>
          <p:spPr>
            <a:xfrm>
              <a:off x="130563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4" name="Google Shape;25164;p35"/>
            <p:cNvSpPr/>
            <p:nvPr/>
          </p:nvSpPr>
          <p:spPr>
            <a:xfrm>
              <a:off x="130563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5" name="Google Shape;25165;p35"/>
            <p:cNvSpPr/>
            <p:nvPr/>
          </p:nvSpPr>
          <p:spPr>
            <a:xfrm>
              <a:off x="155135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6" name="Google Shape;25166;p35"/>
            <p:cNvSpPr/>
            <p:nvPr/>
          </p:nvSpPr>
          <p:spPr>
            <a:xfrm>
              <a:off x="155135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7" name="Google Shape;25167;p35"/>
            <p:cNvSpPr/>
            <p:nvPr/>
          </p:nvSpPr>
          <p:spPr>
            <a:xfrm>
              <a:off x="155135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8" name="Google Shape;25168;p35"/>
            <p:cNvSpPr/>
            <p:nvPr/>
          </p:nvSpPr>
          <p:spPr>
            <a:xfrm>
              <a:off x="155135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9" name="Google Shape;25169;p35"/>
            <p:cNvSpPr/>
            <p:nvPr/>
          </p:nvSpPr>
          <p:spPr>
            <a:xfrm>
              <a:off x="155135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0" name="Google Shape;25170;p35"/>
            <p:cNvSpPr/>
            <p:nvPr/>
          </p:nvSpPr>
          <p:spPr>
            <a:xfrm>
              <a:off x="155135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1" name="Google Shape;25171;p35"/>
            <p:cNvSpPr/>
            <p:nvPr/>
          </p:nvSpPr>
          <p:spPr>
            <a:xfrm>
              <a:off x="155135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2" name="Google Shape;25172;p35"/>
            <p:cNvSpPr/>
            <p:nvPr/>
          </p:nvSpPr>
          <p:spPr>
            <a:xfrm>
              <a:off x="155135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3" name="Google Shape;25173;p35"/>
            <p:cNvSpPr/>
            <p:nvPr/>
          </p:nvSpPr>
          <p:spPr>
            <a:xfrm>
              <a:off x="155135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4" name="Google Shape;25174;p35"/>
            <p:cNvSpPr/>
            <p:nvPr/>
          </p:nvSpPr>
          <p:spPr>
            <a:xfrm>
              <a:off x="155135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5" name="Google Shape;25175;p35"/>
            <p:cNvSpPr/>
            <p:nvPr/>
          </p:nvSpPr>
          <p:spPr>
            <a:xfrm>
              <a:off x="155135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6" name="Google Shape;25176;p35"/>
            <p:cNvSpPr/>
            <p:nvPr/>
          </p:nvSpPr>
          <p:spPr>
            <a:xfrm>
              <a:off x="155135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7" name="Google Shape;25177;p35"/>
            <p:cNvSpPr/>
            <p:nvPr/>
          </p:nvSpPr>
          <p:spPr>
            <a:xfrm>
              <a:off x="155134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8" name="Google Shape;25178;p35"/>
            <p:cNvSpPr/>
            <p:nvPr/>
          </p:nvSpPr>
          <p:spPr>
            <a:xfrm>
              <a:off x="155134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9" name="Google Shape;25179;p35"/>
            <p:cNvSpPr/>
            <p:nvPr/>
          </p:nvSpPr>
          <p:spPr>
            <a:xfrm>
              <a:off x="155134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0" name="Google Shape;25180;p35"/>
            <p:cNvSpPr/>
            <p:nvPr/>
          </p:nvSpPr>
          <p:spPr>
            <a:xfrm>
              <a:off x="155134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1" name="Google Shape;25181;p35"/>
            <p:cNvSpPr/>
            <p:nvPr/>
          </p:nvSpPr>
          <p:spPr>
            <a:xfrm>
              <a:off x="155134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2" name="Google Shape;25182;p35"/>
            <p:cNvSpPr/>
            <p:nvPr/>
          </p:nvSpPr>
          <p:spPr>
            <a:xfrm>
              <a:off x="155134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3" name="Google Shape;25183;p35"/>
            <p:cNvSpPr/>
            <p:nvPr/>
          </p:nvSpPr>
          <p:spPr>
            <a:xfrm>
              <a:off x="155133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4" name="Google Shape;25184;p35"/>
            <p:cNvSpPr/>
            <p:nvPr/>
          </p:nvSpPr>
          <p:spPr>
            <a:xfrm>
              <a:off x="155133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5" name="Google Shape;25185;p35"/>
            <p:cNvSpPr/>
            <p:nvPr/>
          </p:nvSpPr>
          <p:spPr>
            <a:xfrm>
              <a:off x="179705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6" name="Google Shape;25186;p35"/>
            <p:cNvSpPr/>
            <p:nvPr/>
          </p:nvSpPr>
          <p:spPr>
            <a:xfrm>
              <a:off x="179705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7" name="Google Shape;25187;p35"/>
            <p:cNvSpPr/>
            <p:nvPr/>
          </p:nvSpPr>
          <p:spPr>
            <a:xfrm>
              <a:off x="179705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8" name="Google Shape;25188;p35"/>
            <p:cNvSpPr/>
            <p:nvPr/>
          </p:nvSpPr>
          <p:spPr>
            <a:xfrm>
              <a:off x="179705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9" name="Google Shape;25189;p35"/>
            <p:cNvSpPr/>
            <p:nvPr/>
          </p:nvSpPr>
          <p:spPr>
            <a:xfrm>
              <a:off x="179705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0" name="Google Shape;25190;p35"/>
            <p:cNvSpPr/>
            <p:nvPr/>
          </p:nvSpPr>
          <p:spPr>
            <a:xfrm>
              <a:off x="179705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1" name="Google Shape;25191;p35"/>
            <p:cNvSpPr/>
            <p:nvPr/>
          </p:nvSpPr>
          <p:spPr>
            <a:xfrm>
              <a:off x="179705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2" name="Google Shape;25192;p35"/>
            <p:cNvSpPr/>
            <p:nvPr/>
          </p:nvSpPr>
          <p:spPr>
            <a:xfrm>
              <a:off x="179705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3" name="Google Shape;25193;p35"/>
            <p:cNvSpPr/>
            <p:nvPr/>
          </p:nvSpPr>
          <p:spPr>
            <a:xfrm>
              <a:off x="179705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4" name="Google Shape;25194;p35"/>
            <p:cNvSpPr/>
            <p:nvPr/>
          </p:nvSpPr>
          <p:spPr>
            <a:xfrm>
              <a:off x="179705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5" name="Google Shape;25195;p35"/>
            <p:cNvSpPr/>
            <p:nvPr/>
          </p:nvSpPr>
          <p:spPr>
            <a:xfrm>
              <a:off x="179705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6" name="Google Shape;25196;p35"/>
            <p:cNvSpPr/>
            <p:nvPr/>
          </p:nvSpPr>
          <p:spPr>
            <a:xfrm>
              <a:off x="179705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7" name="Google Shape;25197;p35"/>
            <p:cNvSpPr/>
            <p:nvPr/>
          </p:nvSpPr>
          <p:spPr>
            <a:xfrm>
              <a:off x="179703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8" name="Google Shape;25198;p35"/>
            <p:cNvSpPr/>
            <p:nvPr/>
          </p:nvSpPr>
          <p:spPr>
            <a:xfrm>
              <a:off x="179703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9" name="Google Shape;25199;p35"/>
            <p:cNvSpPr/>
            <p:nvPr/>
          </p:nvSpPr>
          <p:spPr>
            <a:xfrm>
              <a:off x="179703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0" name="Google Shape;25200;p35"/>
            <p:cNvSpPr/>
            <p:nvPr/>
          </p:nvSpPr>
          <p:spPr>
            <a:xfrm>
              <a:off x="179703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1" name="Google Shape;25201;p35"/>
            <p:cNvSpPr/>
            <p:nvPr/>
          </p:nvSpPr>
          <p:spPr>
            <a:xfrm>
              <a:off x="179703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2" name="Google Shape;25202;p35"/>
            <p:cNvSpPr/>
            <p:nvPr/>
          </p:nvSpPr>
          <p:spPr>
            <a:xfrm>
              <a:off x="179703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3" name="Google Shape;25203;p35"/>
            <p:cNvSpPr/>
            <p:nvPr/>
          </p:nvSpPr>
          <p:spPr>
            <a:xfrm>
              <a:off x="179702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4" name="Google Shape;25204;p35"/>
            <p:cNvSpPr/>
            <p:nvPr/>
          </p:nvSpPr>
          <p:spPr>
            <a:xfrm>
              <a:off x="179702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5" name="Google Shape;25205;p35"/>
            <p:cNvSpPr/>
            <p:nvPr/>
          </p:nvSpPr>
          <p:spPr>
            <a:xfrm>
              <a:off x="204274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6" name="Google Shape;25206;p35"/>
            <p:cNvSpPr/>
            <p:nvPr/>
          </p:nvSpPr>
          <p:spPr>
            <a:xfrm>
              <a:off x="204274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7" name="Google Shape;25207;p35"/>
            <p:cNvSpPr/>
            <p:nvPr/>
          </p:nvSpPr>
          <p:spPr>
            <a:xfrm>
              <a:off x="204274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8" name="Google Shape;25208;p35"/>
            <p:cNvSpPr/>
            <p:nvPr/>
          </p:nvSpPr>
          <p:spPr>
            <a:xfrm>
              <a:off x="204274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9" name="Google Shape;25209;p35"/>
            <p:cNvSpPr/>
            <p:nvPr/>
          </p:nvSpPr>
          <p:spPr>
            <a:xfrm>
              <a:off x="204274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0" name="Google Shape;25210;p35"/>
            <p:cNvSpPr/>
            <p:nvPr/>
          </p:nvSpPr>
          <p:spPr>
            <a:xfrm>
              <a:off x="204274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1" name="Google Shape;25211;p35"/>
            <p:cNvSpPr/>
            <p:nvPr/>
          </p:nvSpPr>
          <p:spPr>
            <a:xfrm>
              <a:off x="204274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2" name="Google Shape;25212;p35"/>
            <p:cNvSpPr/>
            <p:nvPr/>
          </p:nvSpPr>
          <p:spPr>
            <a:xfrm>
              <a:off x="204274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3" name="Google Shape;25213;p35"/>
            <p:cNvSpPr/>
            <p:nvPr/>
          </p:nvSpPr>
          <p:spPr>
            <a:xfrm>
              <a:off x="204274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4" name="Google Shape;25214;p35"/>
            <p:cNvSpPr/>
            <p:nvPr/>
          </p:nvSpPr>
          <p:spPr>
            <a:xfrm>
              <a:off x="204274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5" name="Google Shape;25215;p35"/>
            <p:cNvSpPr/>
            <p:nvPr/>
          </p:nvSpPr>
          <p:spPr>
            <a:xfrm>
              <a:off x="204274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6" name="Google Shape;25216;p35"/>
            <p:cNvSpPr/>
            <p:nvPr/>
          </p:nvSpPr>
          <p:spPr>
            <a:xfrm>
              <a:off x="204274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7" name="Google Shape;25217;p35"/>
            <p:cNvSpPr/>
            <p:nvPr/>
          </p:nvSpPr>
          <p:spPr>
            <a:xfrm>
              <a:off x="204273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8" name="Google Shape;25218;p35"/>
            <p:cNvSpPr/>
            <p:nvPr/>
          </p:nvSpPr>
          <p:spPr>
            <a:xfrm>
              <a:off x="204273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9" name="Google Shape;25219;p35"/>
            <p:cNvSpPr/>
            <p:nvPr/>
          </p:nvSpPr>
          <p:spPr>
            <a:xfrm>
              <a:off x="204273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0" name="Google Shape;25220;p35"/>
            <p:cNvSpPr/>
            <p:nvPr/>
          </p:nvSpPr>
          <p:spPr>
            <a:xfrm>
              <a:off x="204273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1" name="Google Shape;25221;p35"/>
            <p:cNvSpPr/>
            <p:nvPr/>
          </p:nvSpPr>
          <p:spPr>
            <a:xfrm>
              <a:off x="204273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2" name="Google Shape;25222;p35"/>
            <p:cNvSpPr/>
            <p:nvPr/>
          </p:nvSpPr>
          <p:spPr>
            <a:xfrm>
              <a:off x="204273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3" name="Google Shape;25223;p35"/>
            <p:cNvSpPr/>
            <p:nvPr/>
          </p:nvSpPr>
          <p:spPr>
            <a:xfrm>
              <a:off x="204272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4" name="Google Shape;25224;p35"/>
            <p:cNvSpPr/>
            <p:nvPr/>
          </p:nvSpPr>
          <p:spPr>
            <a:xfrm>
              <a:off x="204272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5" name="Google Shape;25225;p35"/>
            <p:cNvSpPr/>
            <p:nvPr/>
          </p:nvSpPr>
          <p:spPr>
            <a:xfrm>
              <a:off x="228844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6" name="Google Shape;25226;p35"/>
            <p:cNvSpPr/>
            <p:nvPr/>
          </p:nvSpPr>
          <p:spPr>
            <a:xfrm>
              <a:off x="228844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7" name="Google Shape;25227;p35"/>
            <p:cNvSpPr/>
            <p:nvPr/>
          </p:nvSpPr>
          <p:spPr>
            <a:xfrm>
              <a:off x="228844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8" name="Google Shape;25228;p35"/>
            <p:cNvSpPr/>
            <p:nvPr/>
          </p:nvSpPr>
          <p:spPr>
            <a:xfrm>
              <a:off x="228844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9" name="Google Shape;25229;p35"/>
            <p:cNvSpPr/>
            <p:nvPr/>
          </p:nvSpPr>
          <p:spPr>
            <a:xfrm>
              <a:off x="228844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0" name="Google Shape;25230;p35"/>
            <p:cNvSpPr/>
            <p:nvPr/>
          </p:nvSpPr>
          <p:spPr>
            <a:xfrm>
              <a:off x="228844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1" name="Google Shape;25231;p35"/>
            <p:cNvSpPr/>
            <p:nvPr/>
          </p:nvSpPr>
          <p:spPr>
            <a:xfrm>
              <a:off x="228844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2" name="Google Shape;25232;p35"/>
            <p:cNvSpPr/>
            <p:nvPr/>
          </p:nvSpPr>
          <p:spPr>
            <a:xfrm>
              <a:off x="228844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3" name="Google Shape;25233;p35"/>
            <p:cNvSpPr/>
            <p:nvPr/>
          </p:nvSpPr>
          <p:spPr>
            <a:xfrm>
              <a:off x="228844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4" name="Google Shape;25234;p35"/>
            <p:cNvSpPr/>
            <p:nvPr/>
          </p:nvSpPr>
          <p:spPr>
            <a:xfrm>
              <a:off x="228844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5" name="Google Shape;25235;p35"/>
            <p:cNvSpPr/>
            <p:nvPr/>
          </p:nvSpPr>
          <p:spPr>
            <a:xfrm>
              <a:off x="228844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6" name="Google Shape;25236;p35"/>
            <p:cNvSpPr/>
            <p:nvPr/>
          </p:nvSpPr>
          <p:spPr>
            <a:xfrm>
              <a:off x="228844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7" name="Google Shape;25237;p35"/>
            <p:cNvSpPr/>
            <p:nvPr/>
          </p:nvSpPr>
          <p:spPr>
            <a:xfrm>
              <a:off x="228842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8" name="Google Shape;25238;p35"/>
            <p:cNvSpPr/>
            <p:nvPr/>
          </p:nvSpPr>
          <p:spPr>
            <a:xfrm>
              <a:off x="228842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9" name="Google Shape;25239;p35"/>
            <p:cNvSpPr/>
            <p:nvPr/>
          </p:nvSpPr>
          <p:spPr>
            <a:xfrm>
              <a:off x="228842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0" name="Google Shape;25240;p35"/>
            <p:cNvSpPr/>
            <p:nvPr/>
          </p:nvSpPr>
          <p:spPr>
            <a:xfrm>
              <a:off x="228842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1" name="Google Shape;25241;p35"/>
            <p:cNvSpPr/>
            <p:nvPr/>
          </p:nvSpPr>
          <p:spPr>
            <a:xfrm>
              <a:off x="228842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2" name="Google Shape;25242;p35"/>
            <p:cNvSpPr/>
            <p:nvPr/>
          </p:nvSpPr>
          <p:spPr>
            <a:xfrm>
              <a:off x="228842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3" name="Google Shape;25243;p35"/>
            <p:cNvSpPr/>
            <p:nvPr/>
          </p:nvSpPr>
          <p:spPr>
            <a:xfrm>
              <a:off x="228841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4" name="Google Shape;25244;p35"/>
            <p:cNvSpPr/>
            <p:nvPr/>
          </p:nvSpPr>
          <p:spPr>
            <a:xfrm>
              <a:off x="228841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5" name="Google Shape;25245;p35"/>
            <p:cNvSpPr/>
            <p:nvPr/>
          </p:nvSpPr>
          <p:spPr>
            <a:xfrm>
              <a:off x="253413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6" name="Google Shape;25246;p35"/>
            <p:cNvSpPr/>
            <p:nvPr/>
          </p:nvSpPr>
          <p:spPr>
            <a:xfrm>
              <a:off x="253413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7" name="Google Shape;25247;p35"/>
            <p:cNvSpPr/>
            <p:nvPr/>
          </p:nvSpPr>
          <p:spPr>
            <a:xfrm>
              <a:off x="253413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8" name="Google Shape;25248;p35"/>
            <p:cNvSpPr/>
            <p:nvPr/>
          </p:nvSpPr>
          <p:spPr>
            <a:xfrm>
              <a:off x="253413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9" name="Google Shape;25249;p35"/>
            <p:cNvSpPr/>
            <p:nvPr/>
          </p:nvSpPr>
          <p:spPr>
            <a:xfrm>
              <a:off x="253413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0" name="Google Shape;25250;p35"/>
            <p:cNvSpPr/>
            <p:nvPr/>
          </p:nvSpPr>
          <p:spPr>
            <a:xfrm>
              <a:off x="253413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1" name="Google Shape;25251;p35"/>
            <p:cNvSpPr/>
            <p:nvPr/>
          </p:nvSpPr>
          <p:spPr>
            <a:xfrm>
              <a:off x="253413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2" name="Google Shape;25252;p35"/>
            <p:cNvSpPr/>
            <p:nvPr/>
          </p:nvSpPr>
          <p:spPr>
            <a:xfrm>
              <a:off x="253413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3" name="Google Shape;25253;p35"/>
            <p:cNvSpPr/>
            <p:nvPr/>
          </p:nvSpPr>
          <p:spPr>
            <a:xfrm>
              <a:off x="253413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4" name="Google Shape;25254;p35"/>
            <p:cNvSpPr/>
            <p:nvPr/>
          </p:nvSpPr>
          <p:spPr>
            <a:xfrm>
              <a:off x="253413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5" name="Google Shape;25255;p35"/>
            <p:cNvSpPr/>
            <p:nvPr/>
          </p:nvSpPr>
          <p:spPr>
            <a:xfrm>
              <a:off x="253413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6" name="Google Shape;25256;p35"/>
            <p:cNvSpPr/>
            <p:nvPr/>
          </p:nvSpPr>
          <p:spPr>
            <a:xfrm>
              <a:off x="253413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7" name="Google Shape;25257;p35"/>
            <p:cNvSpPr/>
            <p:nvPr/>
          </p:nvSpPr>
          <p:spPr>
            <a:xfrm>
              <a:off x="25341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8" name="Google Shape;25258;p35"/>
            <p:cNvSpPr/>
            <p:nvPr/>
          </p:nvSpPr>
          <p:spPr>
            <a:xfrm>
              <a:off x="25341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9" name="Google Shape;25259;p35"/>
            <p:cNvSpPr/>
            <p:nvPr/>
          </p:nvSpPr>
          <p:spPr>
            <a:xfrm>
              <a:off x="25341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0" name="Google Shape;25260;p35"/>
            <p:cNvSpPr/>
            <p:nvPr/>
          </p:nvSpPr>
          <p:spPr>
            <a:xfrm>
              <a:off x="25341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1" name="Google Shape;25261;p35"/>
            <p:cNvSpPr/>
            <p:nvPr/>
          </p:nvSpPr>
          <p:spPr>
            <a:xfrm>
              <a:off x="25341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2" name="Google Shape;25262;p35"/>
            <p:cNvSpPr/>
            <p:nvPr/>
          </p:nvSpPr>
          <p:spPr>
            <a:xfrm>
              <a:off x="25341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3" name="Google Shape;25263;p35"/>
            <p:cNvSpPr/>
            <p:nvPr/>
          </p:nvSpPr>
          <p:spPr>
            <a:xfrm>
              <a:off x="25341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4" name="Google Shape;25264;p35"/>
            <p:cNvSpPr/>
            <p:nvPr/>
          </p:nvSpPr>
          <p:spPr>
            <a:xfrm>
              <a:off x="25341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5" name="Google Shape;25265;p35"/>
            <p:cNvSpPr/>
            <p:nvPr/>
          </p:nvSpPr>
          <p:spPr>
            <a:xfrm>
              <a:off x="277983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6" name="Google Shape;25266;p35"/>
            <p:cNvSpPr/>
            <p:nvPr/>
          </p:nvSpPr>
          <p:spPr>
            <a:xfrm>
              <a:off x="277983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7" name="Google Shape;25267;p35"/>
            <p:cNvSpPr/>
            <p:nvPr/>
          </p:nvSpPr>
          <p:spPr>
            <a:xfrm>
              <a:off x="277983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8" name="Google Shape;25268;p35"/>
            <p:cNvSpPr/>
            <p:nvPr/>
          </p:nvSpPr>
          <p:spPr>
            <a:xfrm>
              <a:off x="277983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9" name="Google Shape;25269;p35"/>
            <p:cNvSpPr/>
            <p:nvPr/>
          </p:nvSpPr>
          <p:spPr>
            <a:xfrm>
              <a:off x="277983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0" name="Google Shape;25270;p35"/>
            <p:cNvSpPr/>
            <p:nvPr/>
          </p:nvSpPr>
          <p:spPr>
            <a:xfrm>
              <a:off x="277983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1" name="Google Shape;25271;p35"/>
            <p:cNvSpPr/>
            <p:nvPr/>
          </p:nvSpPr>
          <p:spPr>
            <a:xfrm>
              <a:off x="277983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2" name="Google Shape;25272;p35"/>
            <p:cNvSpPr/>
            <p:nvPr/>
          </p:nvSpPr>
          <p:spPr>
            <a:xfrm>
              <a:off x="277983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3" name="Google Shape;25273;p35"/>
            <p:cNvSpPr/>
            <p:nvPr/>
          </p:nvSpPr>
          <p:spPr>
            <a:xfrm>
              <a:off x="277983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4" name="Google Shape;25274;p35"/>
            <p:cNvSpPr/>
            <p:nvPr/>
          </p:nvSpPr>
          <p:spPr>
            <a:xfrm>
              <a:off x="277983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5" name="Google Shape;25275;p35"/>
            <p:cNvSpPr/>
            <p:nvPr/>
          </p:nvSpPr>
          <p:spPr>
            <a:xfrm>
              <a:off x="277983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6" name="Google Shape;25276;p35"/>
            <p:cNvSpPr/>
            <p:nvPr/>
          </p:nvSpPr>
          <p:spPr>
            <a:xfrm>
              <a:off x="277983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7" name="Google Shape;25277;p35"/>
            <p:cNvSpPr/>
            <p:nvPr/>
          </p:nvSpPr>
          <p:spPr>
            <a:xfrm>
              <a:off x="277981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8" name="Google Shape;25278;p35"/>
            <p:cNvSpPr/>
            <p:nvPr/>
          </p:nvSpPr>
          <p:spPr>
            <a:xfrm>
              <a:off x="277981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9" name="Google Shape;25279;p35"/>
            <p:cNvSpPr/>
            <p:nvPr/>
          </p:nvSpPr>
          <p:spPr>
            <a:xfrm>
              <a:off x="277981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0" name="Google Shape;25280;p35"/>
            <p:cNvSpPr/>
            <p:nvPr/>
          </p:nvSpPr>
          <p:spPr>
            <a:xfrm>
              <a:off x="277981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1" name="Google Shape;25281;p35"/>
            <p:cNvSpPr/>
            <p:nvPr/>
          </p:nvSpPr>
          <p:spPr>
            <a:xfrm>
              <a:off x="277981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2" name="Google Shape;25282;p35"/>
            <p:cNvSpPr/>
            <p:nvPr/>
          </p:nvSpPr>
          <p:spPr>
            <a:xfrm>
              <a:off x="277981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3" name="Google Shape;25283;p35"/>
            <p:cNvSpPr/>
            <p:nvPr/>
          </p:nvSpPr>
          <p:spPr>
            <a:xfrm>
              <a:off x="277980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4" name="Google Shape;25284;p35"/>
            <p:cNvSpPr/>
            <p:nvPr/>
          </p:nvSpPr>
          <p:spPr>
            <a:xfrm>
              <a:off x="277980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5" name="Google Shape;25285;p35"/>
            <p:cNvSpPr/>
            <p:nvPr/>
          </p:nvSpPr>
          <p:spPr>
            <a:xfrm>
              <a:off x="302552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6" name="Google Shape;25286;p35"/>
            <p:cNvSpPr/>
            <p:nvPr/>
          </p:nvSpPr>
          <p:spPr>
            <a:xfrm>
              <a:off x="302552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7" name="Google Shape;25287;p35"/>
            <p:cNvSpPr/>
            <p:nvPr/>
          </p:nvSpPr>
          <p:spPr>
            <a:xfrm>
              <a:off x="302552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8" name="Google Shape;25288;p35"/>
            <p:cNvSpPr/>
            <p:nvPr/>
          </p:nvSpPr>
          <p:spPr>
            <a:xfrm>
              <a:off x="302552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9" name="Google Shape;25289;p35"/>
            <p:cNvSpPr/>
            <p:nvPr/>
          </p:nvSpPr>
          <p:spPr>
            <a:xfrm>
              <a:off x="302552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0" name="Google Shape;25290;p35"/>
            <p:cNvSpPr/>
            <p:nvPr/>
          </p:nvSpPr>
          <p:spPr>
            <a:xfrm>
              <a:off x="302552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1" name="Google Shape;25291;p35"/>
            <p:cNvSpPr/>
            <p:nvPr/>
          </p:nvSpPr>
          <p:spPr>
            <a:xfrm>
              <a:off x="302552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2" name="Google Shape;25292;p35"/>
            <p:cNvSpPr/>
            <p:nvPr/>
          </p:nvSpPr>
          <p:spPr>
            <a:xfrm>
              <a:off x="302552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3" name="Google Shape;25293;p35"/>
            <p:cNvSpPr/>
            <p:nvPr/>
          </p:nvSpPr>
          <p:spPr>
            <a:xfrm>
              <a:off x="302552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4" name="Google Shape;25294;p35"/>
            <p:cNvSpPr/>
            <p:nvPr/>
          </p:nvSpPr>
          <p:spPr>
            <a:xfrm>
              <a:off x="302552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5" name="Google Shape;25295;p35"/>
            <p:cNvSpPr/>
            <p:nvPr/>
          </p:nvSpPr>
          <p:spPr>
            <a:xfrm>
              <a:off x="302552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6" name="Google Shape;25296;p35"/>
            <p:cNvSpPr/>
            <p:nvPr/>
          </p:nvSpPr>
          <p:spPr>
            <a:xfrm>
              <a:off x="302552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7" name="Google Shape;25297;p35"/>
            <p:cNvSpPr/>
            <p:nvPr/>
          </p:nvSpPr>
          <p:spPr>
            <a:xfrm>
              <a:off x="302551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8" name="Google Shape;25298;p35"/>
            <p:cNvSpPr/>
            <p:nvPr/>
          </p:nvSpPr>
          <p:spPr>
            <a:xfrm>
              <a:off x="302551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9" name="Google Shape;25299;p35"/>
            <p:cNvSpPr/>
            <p:nvPr/>
          </p:nvSpPr>
          <p:spPr>
            <a:xfrm>
              <a:off x="302551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0" name="Google Shape;25300;p35"/>
            <p:cNvSpPr/>
            <p:nvPr/>
          </p:nvSpPr>
          <p:spPr>
            <a:xfrm>
              <a:off x="302551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1" name="Google Shape;25301;p35"/>
            <p:cNvSpPr/>
            <p:nvPr/>
          </p:nvSpPr>
          <p:spPr>
            <a:xfrm>
              <a:off x="302551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2" name="Google Shape;25302;p35"/>
            <p:cNvSpPr/>
            <p:nvPr/>
          </p:nvSpPr>
          <p:spPr>
            <a:xfrm>
              <a:off x="302551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3" name="Google Shape;25303;p35"/>
            <p:cNvSpPr/>
            <p:nvPr/>
          </p:nvSpPr>
          <p:spPr>
            <a:xfrm>
              <a:off x="302550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4" name="Google Shape;25304;p35"/>
            <p:cNvSpPr/>
            <p:nvPr/>
          </p:nvSpPr>
          <p:spPr>
            <a:xfrm>
              <a:off x="302550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5" name="Google Shape;25305;p35"/>
            <p:cNvSpPr/>
            <p:nvPr/>
          </p:nvSpPr>
          <p:spPr>
            <a:xfrm>
              <a:off x="327122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6" name="Google Shape;25306;p35"/>
            <p:cNvSpPr/>
            <p:nvPr/>
          </p:nvSpPr>
          <p:spPr>
            <a:xfrm>
              <a:off x="327122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7" name="Google Shape;25307;p35"/>
            <p:cNvSpPr/>
            <p:nvPr/>
          </p:nvSpPr>
          <p:spPr>
            <a:xfrm>
              <a:off x="327122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8" name="Google Shape;25308;p35"/>
            <p:cNvSpPr/>
            <p:nvPr/>
          </p:nvSpPr>
          <p:spPr>
            <a:xfrm>
              <a:off x="327122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9" name="Google Shape;25309;p35"/>
            <p:cNvSpPr/>
            <p:nvPr/>
          </p:nvSpPr>
          <p:spPr>
            <a:xfrm>
              <a:off x="327122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0" name="Google Shape;25310;p35"/>
            <p:cNvSpPr/>
            <p:nvPr/>
          </p:nvSpPr>
          <p:spPr>
            <a:xfrm>
              <a:off x="327122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1" name="Google Shape;25311;p35"/>
            <p:cNvSpPr/>
            <p:nvPr/>
          </p:nvSpPr>
          <p:spPr>
            <a:xfrm>
              <a:off x="327122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2" name="Google Shape;25312;p35"/>
            <p:cNvSpPr/>
            <p:nvPr/>
          </p:nvSpPr>
          <p:spPr>
            <a:xfrm>
              <a:off x="327122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3" name="Google Shape;25313;p35"/>
            <p:cNvSpPr/>
            <p:nvPr/>
          </p:nvSpPr>
          <p:spPr>
            <a:xfrm>
              <a:off x="327122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4" name="Google Shape;25314;p35"/>
            <p:cNvSpPr/>
            <p:nvPr/>
          </p:nvSpPr>
          <p:spPr>
            <a:xfrm>
              <a:off x="327122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5" name="Google Shape;25315;p35"/>
            <p:cNvSpPr/>
            <p:nvPr/>
          </p:nvSpPr>
          <p:spPr>
            <a:xfrm>
              <a:off x="327122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6" name="Google Shape;25316;p35"/>
            <p:cNvSpPr/>
            <p:nvPr/>
          </p:nvSpPr>
          <p:spPr>
            <a:xfrm>
              <a:off x="327122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7" name="Google Shape;25317;p35"/>
            <p:cNvSpPr/>
            <p:nvPr/>
          </p:nvSpPr>
          <p:spPr>
            <a:xfrm>
              <a:off x="327121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8" name="Google Shape;25318;p35"/>
            <p:cNvSpPr/>
            <p:nvPr/>
          </p:nvSpPr>
          <p:spPr>
            <a:xfrm>
              <a:off x="327121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9" name="Google Shape;25319;p35"/>
            <p:cNvSpPr/>
            <p:nvPr/>
          </p:nvSpPr>
          <p:spPr>
            <a:xfrm>
              <a:off x="327121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0" name="Google Shape;25320;p35"/>
            <p:cNvSpPr/>
            <p:nvPr/>
          </p:nvSpPr>
          <p:spPr>
            <a:xfrm>
              <a:off x="327121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1" name="Google Shape;25321;p35"/>
            <p:cNvSpPr/>
            <p:nvPr/>
          </p:nvSpPr>
          <p:spPr>
            <a:xfrm>
              <a:off x="327121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2" name="Google Shape;25322;p35"/>
            <p:cNvSpPr/>
            <p:nvPr/>
          </p:nvSpPr>
          <p:spPr>
            <a:xfrm>
              <a:off x="327121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3" name="Google Shape;25323;p35"/>
            <p:cNvSpPr/>
            <p:nvPr/>
          </p:nvSpPr>
          <p:spPr>
            <a:xfrm>
              <a:off x="327119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4" name="Google Shape;25324;p35"/>
            <p:cNvSpPr/>
            <p:nvPr/>
          </p:nvSpPr>
          <p:spPr>
            <a:xfrm>
              <a:off x="327119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5" name="Google Shape;25325;p35"/>
            <p:cNvSpPr/>
            <p:nvPr/>
          </p:nvSpPr>
          <p:spPr>
            <a:xfrm>
              <a:off x="351691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6" name="Google Shape;25326;p35"/>
            <p:cNvSpPr/>
            <p:nvPr/>
          </p:nvSpPr>
          <p:spPr>
            <a:xfrm>
              <a:off x="351691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7" name="Google Shape;25327;p35"/>
            <p:cNvSpPr/>
            <p:nvPr/>
          </p:nvSpPr>
          <p:spPr>
            <a:xfrm>
              <a:off x="351691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8" name="Google Shape;25328;p35"/>
            <p:cNvSpPr/>
            <p:nvPr/>
          </p:nvSpPr>
          <p:spPr>
            <a:xfrm>
              <a:off x="351691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9" name="Google Shape;25329;p35"/>
            <p:cNvSpPr/>
            <p:nvPr/>
          </p:nvSpPr>
          <p:spPr>
            <a:xfrm>
              <a:off x="351691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0" name="Google Shape;25330;p35"/>
            <p:cNvSpPr/>
            <p:nvPr/>
          </p:nvSpPr>
          <p:spPr>
            <a:xfrm>
              <a:off x="351691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1" name="Google Shape;25331;p35"/>
            <p:cNvSpPr/>
            <p:nvPr/>
          </p:nvSpPr>
          <p:spPr>
            <a:xfrm>
              <a:off x="351691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2" name="Google Shape;25332;p35"/>
            <p:cNvSpPr/>
            <p:nvPr/>
          </p:nvSpPr>
          <p:spPr>
            <a:xfrm>
              <a:off x="351691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3" name="Google Shape;25333;p35"/>
            <p:cNvSpPr/>
            <p:nvPr/>
          </p:nvSpPr>
          <p:spPr>
            <a:xfrm>
              <a:off x="351691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4" name="Google Shape;25334;p35"/>
            <p:cNvSpPr/>
            <p:nvPr/>
          </p:nvSpPr>
          <p:spPr>
            <a:xfrm>
              <a:off x="351691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5" name="Google Shape;25335;p35"/>
            <p:cNvSpPr/>
            <p:nvPr/>
          </p:nvSpPr>
          <p:spPr>
            <a:xfrm>
              <a:off x="351691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6" name="Google Shape;25336;p35"/>
            <p:cNvSpPr/>
            <p:nvPr/>
          </p:nvSpPr>
          <p:spPr>
            <a:xfrm>
              <a:off x="351691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7" name="Google Shape;25337;p35"/>
            <p:cNvSpPr/>
            <p:nvPr/>
          </p:nvSpPr>
          <p:spPr>
            <a:xfrm>
              <a:off x="351690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8" name="Google Shape;25338;p35"/>
            <p:cNvSpPr/>
            <p:nvPr/>
          </p:nvSpPr>
          <p:spPr>
            <a:xfrm>
              <a:off x="351690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9" name="Google Shape;25339;p35"/>
            <p:cNvSpPr/>
            <p:nvPr/>
          </p:nvSpPr>
          <p:spPr>
            <a:xfrm>
              <a:off x="351690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0" name="Google Shape;25340;p35"/>
            <p:cNvSpPr/>
            <p:nvPr/>
          </p:nvSpPr>
          <p:spPr>
            <a:xfrm>
              <a:off x="351690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1" name="Google Shape;25341;p35"/>
            <p:cNvSpPr/>
            <p:nvPr/>
          </p:nvSpPr>
          <p:spPr>
            <a:xfrm>
              <a:off x="351690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2" name="Google Shape;25342;p35"/>
            <p:cNvSpPr/>
            <p:nvPr/>
          </p:nvSpPr>
          <p:spPr>
            <a:xfrm>
              <a:off x="351690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3" name="Google Shape;25343;p35"/>
            <p:cNvSpPr/>
            <p:nvPr/>
          </p:nvSpPr>
          <p:spPr>
            <a:xfrm>
              <a:off x="351689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4" name="Google Shape;25344;p35"/>
            <p:cNvSpPr/>
            <p:nvPr/>
          </p:nvSpPr>
          <p:spPr>
            <a:xfrm>
              <a:off x="351689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5" name="Google Shape;25345;p35"/>
            <p:cNvSpPr/>
            <p:nvPr/>
          </p:nvSpPr>
          <p:spPr>
            <a:xfrm>
              <a:off x="37626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6" name="Google Shape;25346;p35"/>
            <p:cNvSpPr/>
            <p:nvPr/>
          </p:nvSpPr>
          <p:spPr>
            <a:xfrm>
              <a:off x="37626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7" name="Google Shape;25347;p35"/>
            <p:cNvSpPr/>
            <p:nvPr/>
          </p:nvSpPr>
          <p:spPr>
            <a:xfrm>
              <a:off x="37626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8" name="Google Shape;25348;p35"/>
            <p:cNvSpPr/>
            <p:nvPr/>
          </p:nvSpPr>
          <p:spPr>
            <a:xfrm>
              <a:off x="37626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9" name="Google Shape;25349;p35"/>
            <p:cNvSpPr/>
            <p:nvPr/>
          </p:nvSpPr>
          <p:spPr>
            <a:xfrm>
              <a:off x="37626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0" name="Google Shape;25350;p35"/>
            <p:cNvSpPr/>
            <p:nvPr/>
          </p:nvSpPr>
          <p:spPr>
            <a:xfrm>
              <a:off x="37626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1" name="Google Shape;25351;p35"/>
            <p:cNvSpPr/>
            <p:nvPr/>
          </p:nvSpPr>
          <p:spPr>
            <a:xfrm>
              <a:off x="37626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2" name="Google Shape;25352;p35"/>
            <p:cNvSpPr/>
            <p:nvPr/>
          </p:nvSpPr>
          <p:spPr>
            <a:xfrm>
              <a:off x="37626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3" name="Google Shape;25353;p35"/>
            <p:cNvSpPr/>
            <p:nvPr/>
          </p:nvSpPr>
          <p:spPr>
            <a:xfrm>
              <a:off x="37626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4" name="Google Shape;25354;p35"/>
            <p:cNvSpPr/>
            <p:nvPr/>
          </p:nvSpPr>
          <p:spPr>
            <a:xfrm>
              <a:off x="37626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5" name="Google Shape;25355;p35"/>
            <p:cNvSpPr/>
            <p:nvPr/>
          </p:nvSpPr>
          <p:spPr>
            <a:xfrm>
              <a:off x="37626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6" name="Google Shape;25356;p35"/>
            <p:cNvSpPr/>
            <p:nvPr/>
          </p:nvSpPr>
          <p:spPr>
            <a:xfrm>
              <a:off x="37626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7" name="Google Shape;25357;p35"/>
            <p:cNvSpPr/>
            <p:nvPr/>
          </p:nvSpPr>
          <p:spPr>
            <a:xfrm>
              <a:off x="37626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8" name="Google Shape;25358;p35"/>
            <p:cNvSpPr/>
            <p:nvPr/>
          </p:nvSpPr>
          <p:spPr>
            <a:xfrm>
              <a:off x="37626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9" name="Google Shape;25359;p35"/>
            <p:cNvSpPr/>
            <p:nvPr/>
          </p:nvSpPr>
          <p:spPr>
            <a:xfrm>
              <a:off x="37626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0" name="Google Shape;25360;p35"/>
            <p:cNvSpPr/>
            <p:nvPr/>
          </p:nvSpPr>
          <p:spPr>
            <a:xfrm>
              <a:off x="37626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1" name="Google Shape;25361;p35"/>
            <p:cNvSpPr/>
            <p:nvPr/>
          </p:nvSpPr>
          <p:spPr>
            <a:xfrm>
              <a:off x="37626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2" name="Google Shape;25362;p35"/>
            <p:cNvSpPr/>
            <p:nvPr/>
          </p:nvSpPr>
          <p:spPr>
            <a:xfrm>
              <a:off x="37626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3" name="Google Shape;25363;p35"/>
            <p:cNvSpPr/>
            <p:nvPr/>
          </p:nvSpPr>
          <p:spPr>
            <a:xfrm>
              <a:off x="37625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4" name="Google Shape;25364;p35"/>
            <p:cNvSpPr/>
            <p:nvPr/>
          </p:nvSpPr>
          <p:spPr>
            <a:xfrm>
              <a:off x="37625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5" name="Google Shape;25365;p35"/>
            <p:cNvSpPr/>
            <p:nvPr/>
          </p:nvSpPr>
          <p:spPr>
            <a:xfrm>
              <a:off x="400830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6" name="Google Shape;25366;p35"/>
            <p:cNvSpPr/>
            <p:nvPr/>
          </p:nvSpPr>
          <p:spPr>
            <a:xfrm>
              <a:off x="400830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7" name="Google Shape;25367;p35"/>
            <p:cNvSpPr/>
            <p:nvPr/>
          </p:nvSpPr>
          <p:spPr>
            <a:xfrm>
              <a:off x="400830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8" name="Google Shape;25368;p35"/>
            <p:cNvSpPr/>
            <p:nvPr/>
          </p:nvSpPr>
          <p:spPr>
            <a:xfrm>
              <a:off x="400830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9" name="Google Shape;25369;p35"/>
            <p:cNvSpPr/>
            <p:nvPr/>
          </p:nvSpPr>
          <p:spPr>
            <a:xfrm>
              <a:off x="400830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0" name="Google Shape;25370;p35"/>
            <p:cNvSpPr/>
            <p:nvPr/>
          </p:nvSpPr>
          <p:spPr>
            <a:xfrm>
              <a:off x="400830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1" name="Google Shape;25371;p35"/>
            <p:cNvSpPr/>
            <p:nvPr/>
          </p:nvSpPr>
          <p:spPr>
            <a:xfrm>
              <a:off x="400830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2" name="Google Shape;25372;p35"/>
            <p:cNvSpPr/>
            <p:nvPr/>
          </p:nvSpPr>
          <p:spPr>
            <a:xfrm>
              <a:off x="400830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3" name="Google Shape;25373;p35"/>
            <p:cNvSpPr/>
            <p:nvPr/>
          </p:nvSpPr>
          <p:spPr>
            <a:xfrm>
              <a:off x="400830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4" name="Google Shape;25374;p35"/>
            <p:cNvSpPr/>
            <p:nvPr/>
          </p:nvSpPr>
          <p:spPr>
            <a:xfrm>
              <a:off x="400830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5" name="Google Shape;25375;p35"/>
            <p:cNvSpPr/>
            <p:nvPr/>
          </p:nvSpPr>
          <p:spPr>
            <a:xfrm>
              <a:off x="400830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6" name="Google Shape;25376;p35"/>
            <p:cNvSpPr/>
            <p:nvPr/>
          </p:nvSpPr>
          <p:spPr>
            <a:xfrm>
              <a:off x="400830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7" name="Google Shape;25377;p35"/>
            <p:cNvSpPr/>
            <p:nvPr/>
          </p:nvSpPr>
          <p:spPr>
            <a:xfrm>
              <a:off x="400829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8" name="Google Shape;25378;p35"/>
            <p:cNvSpPr/>
            <p:nvPr/>
          </p:nvSpPr>
          <p:spPr>
            <a:xfrm>
              <a:off x="400829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9" name="Google Shape;25379;p35"/>
            <p:cNvSpPr/>
            <p:nvPr/>
          </p:nvSpPr>
          <p:spPr>
            <a:xfrm>
              <a:off x="400829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0" name="Google Shape;25380;p35"/>
            <p:cNvSpPr/>
            <p:nvPr/>
          </p:nvSpPr>
          <p:spPr>
            <a:xfrm>
              <a:off x="400829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1" name="Google Shape;25381;p35"/>
            <p:cNvSpPr/>
            <p:nvPr/>
          </p:nvSpPr>
          <p:spPr>
            <a:xfrm>
              <a:off x="400829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2" name="Google Shape;25382;p35"/>
            <p:cNvSpPr/>
            <p:nvPr/>
          </p:nvSpPr>
          <p:spPr>
            <a:xfrm>
              <a:off x="400829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3" name="Google Shape;25383;p35"/>
            <p:cNvSpPr/>
            <p:nvPr/>
          </p:nvSpPr>
          <p:spPr>
            <a:xfrm>
              <a:off x="400828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4" name="Google Shape;25384;p35"/>
            <p:cNvSpPr/>
            <p:nvPr/>
          </p:nvSpPr>
          <p:spPr>
            <a:xfrm>
              <a:off x="400828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5" name="Google Shape;25385;p35"/>
            <p:cNvSpPr/>
            <p:nvPr/>
          </p:nvSpPr>
          <p:spPr>
            <a:xfrm>
              <a:off x="425400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6" name="Google Shape;25386;p35"/>
            <p:cNvSpPr/>
            <p:nvPr/>
          </p:nvSpPr>
          <p:spPr>
            <a:xfrm>
              <a:off x="425400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7" name="Google Shape;25387;p35"/>
            <p:cNvSpPr/>
            <p:nvPr/>
          </p:nvSpPr>
          <p:spPr>
            <a:xfrm>
              <a:off x="425400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8" name="Google Shape;25388;p35"/>
            <p:cNvSpPr/>
            <p:nvPr/>
          </p:nvSpPr>
          <p:spPr>
            <a:xfrm>
              <a:off x="425400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9" name="Google Shape;25389;p35"/>
            <p:cNvSpPr/>
            <p:nvPr/>
          </p:nvSpPr>
          <p:spPr>
            <a:xfrm>
              <a:off x="425400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0" name="Google Shape;25390;p35"/>
            <p:cNvSpPr/>
            <p:nvPr/>
          </p:nvSpPr>
          <p:spPr>
            <a:xfrm>
              <a:off x="425400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1" name="Google Shape;25391;p35"/>
            <p:cNvSpPr/>
            <p:nvPr/>
          </p:nvSpPr>
          <p:spPr>
            <a:xfrm>
              <a:off x="425400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2" name="Google Shape;25392;p35"/>
            <p:cNvSpPr/>
            <p:nvPr/>
          </p:nvSpPr>
          <p:spPr>
            <a:xfrm>
              <a:off x="425400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3" name="Google Shape;25393;p35"/>
            <p:cNvSpPr/>
            <p:nvPr/>
          </p:nvSpPr>
          <p:spPr>
            <a:xfrm>
              <a:off x="425400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4" name="Google Shape;25394;p35"/>
            <p:cNvSpPr/>
            <p:nvPr/>
          </p:nvSpPr>
          <p:spPr>
            <a:xfrm>
              <a:off x="425400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5" name="Google Shape;25395;p35"/>
            <p:cNvSpPr/>
            <p:nvPr/>
          </p:nvSpPr>
          <p:spPr>
            <a:xfrm>
              <a:off x="425400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6" name="Google Shape;25396;p35"/>
            <p:cNvSpPr/>
            <p:nvPr/>
          </p:nvSpPr>
          <p:spPr>
            <a:xfrm>
              <a:off x="425400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7" name="Google Shape;25397;p35"/>
            <p:cNvSpPr/>
            <p:nvPr/>
          </p:nvSpPr>
          <p:spPr>
            <a:xfrm>
              <a:off x="4253991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8" name="Google Shape;25398;p35"/>
            <p:cNvSpPr/>
            <p:nvPr/>
          </p:nvSpPr>
          <p:spPr>
            <a:xfrm>
              <a:off x="4253991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9" name="Google Shape;25399;p35"/>
            <p:cNvSpPr/>
            <p:nvPr/>
          </p:nvSpPr>
          <p:spPr>
            <a:xfrm>
              <a:off x="4253991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0" name="Google Shape;25400;p35"/>
            <p:cNvSpPr/>
            <p:nvPr/>
          </p:nvSpPr>
          <p:spPr>
            <a:xfrm>
              <a:off x="4253991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1" name="Google Shape;25401;p35"/>
            <p:cNvSpPr/>
            <p:nvPr/>
          </p:nvSpPr>
          <p:spPr>
            <a:xfrm>
              <a:off x="4253991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2" name="Google Shape;25402;p35"/>
            <p:cNvSpPr/>
            <p:nvPr/>
          </p:nvSpPr>
          <p:spPr>
            <a:xfrm>
              <a:off x="4253991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3" name="Google Shape;25403;p35"/>
            <p:cNvSpPr/>
            <p:nvPr/>
          </p:nvSpPr>
          <p:spPr>
            <a:xfrm>
              <a:off x="425397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4" name="Google Shape;25404;p35"/>
            <p:cNvSpPr/>
            <p:nvPr/>
          </p:nvSpPr>
          <p:spPr>
            <a:xfrm>
              <a:off x="425397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5" name="Google Shape;25405;p35"/>
            <p:cNvSpPr/>
            <p:nvPr/>
          </p:nvSpPr>
          <p:spPr>
            <a:xfrm>
              <a:off x="449969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6" name="Google Shape;25406;p35"/>
            <p:cNvSpPr/>
            <p:nvPr/>
          </p:nvSpPr>
          <p:spPr>
            <a:xfrm>
              <a:off x="449969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7" name="Google Shape;25407;p35"/>
            <p:cNvSpPr/>
            <p:nvPr/>
          </p:nvSpPr>
          <p:spPr>
            <a:xfrm>
              <a:off x="449969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8" name="Google Shape;25408;p35"/>
            <p:cNvSpPr/>
            <p:nvPr/>
          </p:nvSpPr>
          <p:spPr>
            <a:xfrm>
              <a:off x="449969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9" name="Google Shape;25409;p35"/>
            <p:cNvSpPr/>
            <p:nvPr/>
          </p:nvSpPr>
          <p:spPr>
            <a:xfrm>
              <a:off x="449969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0" name="Google Shape;25410;p35"/>
            <p:cNvSpPr/>
            <p:nvPr/>
          </p:nvSpPr>
          <p:spPr>
            <a:xfrm>
              <a:off x="449969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1" name="Google Shape;25411;p35"/>
            <p:cNvSpPr/>
            <p:nvPr/>
          </p:nvSpPr>
          <p:spPr>
            <a:xfrm>
              <a:off x="449969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2" name="Google Shape;25412;p35"/>
            <p:cNvSpPr/>
            <p:nvPr/>
          </p:nvSpPr>
          <p:spPr>
            <a:xfrm>
              <a:off x="449969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3" name="Google Shape;25413;p35"/>
            <p:cNvSpPr/>
            <p:nvPr/>
          </p:nvSpPr>
          <p:spPr>
            <a:xfrm>
              <a:off x="449969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4" name="Google Shape;25414;p35"/>
            <p:cNvSpPr/>
            <p:nvPr/>
          </p:nvSpPr>
          <p:spPr>
            <a:xfrm>
              <a:off x="449969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5" name="Google Shape;25415;p35"/>
            <p:cNvSpPr/>
            <p:nvPr/>
          </p:nvSpPr>
          <p:spPr>
            <a:xfrm>
              <a:off x="449969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6" name="Google Shape;25416;p35"/>
            <p:cNvSpPr/>
            <p:nvPr/>
          </p:nvSpPr>
          <p:spPr>
            <a:xfrm>
              <a:off x="449969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7" name="Google Shape;25417;p35"/>
            <p:cNvSpPr/>
            <p:nvPr/>
          </p:nvSpPr>
          <p:spPr>
            <a:xfrm>
              <a:off x="449968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8" name="Google Shape;25418;p35"/>
            <p:cNvSpPr/>
            <p:nvPr/>
          </p:nvSpPr>
          <p:spPr>
            <a:xfrm>
              <a:off x="449968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9" name="Google Shape;25419;p35"/>
            <p:cNvSpPr/>
            <p:nvPr/>
          </p:nvSpPr>
          <p:spPr>
            <a:xfrm>
              <a:off x="449968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0" name="Google Shape;25420;p35"/>
            <p:cNvSpPr/>
            <p:nvPr/>
          </p:nvSpPr>
          <p:spPr>
            <a:xfrm>
              <a:off x="449968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1" name="Google Shape;25421;p35"/>
            <p:cNvSpPr/>
            <p:nvPr/>
          </p:nvSpPr>
          <p:spPr>
            <a:xfrm>
              <a:off x="449968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2" name="Google Shape;25422;p35"/>
            <p:cNvSpPr/>
            <p:nvPr/>
          </p:nvSpPr>
          <p:spPr>
            <a:xfrm>
              <a:off x="449968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3" name="Google Shape;25423;p35"/>
            <p:cNvSpPr/>
            <p:nvPr/>
          </p:nvSpPr>
          <p:spPr>
            <a:xfrm>
              <a:off x="449967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4" name="Google Shape;25424;p35"/>
            <p:cNvSpPr/>
            <p:nvPr/>
          </p:nvSpPr>
          <p:spPr>
            <a:xfrm>
              <a:off x="449967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5" name="Google Shape;25425;p35"/>
            <p:cNvSpPr/>
            <p:nvPr/>
          </p:nvSpPr>
          <p:spPr>
            <a:xfrm>
              <a:off x="474539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6" name="Google Shape;25426;p35"/>
            <p:cNvSpPr/>
            <p:nvPr/>
          </p:nvSpPr>
          <p:spPr>
            <a:xfrm>
              <a:off x="474539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7" name="Google Shape;25427;p35"/>
            <p:cNvSpPr/>
            <p:nvPr/>
          </p:nvSpPr>
          <p:spPr>
            <a:xfrm>
              <a:off x="474539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8" name="Google Shape;25428;p35"/>
            <p:cNvSpPr/>
            <p:nvPr/>
          </p:nvSpPr>
          <p:spPr>
            <a:xfrm>
              <a:off x="474539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9" name="Google Shape;25429;p35"/>
            <p:cNvSpPr/>
            <p:nvPr/>
          </p:nvSpPr>
          <p:spPr>
            <a:xfrm>
              <a:off x="474539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0" name="Google Shape;25430;p35"/>
            <p:cNvSpPr/>
            <p:nvPr/>
          </p:nvSpPr>
          <p:spPr>
            <a:xfrm>
              <a:off x="474539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1" name="Google Shape;25431;p35"/>
            <p:cNvSpPr/>
            <p:nvPr/>
          </p:nvSpPr>
          <p:spPr>
            <a:xfrm>
              <a:off x="474539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2" name="Google Shape;25432;p35"/>
            <p:cNvSpPr/>
            <p:nvPr/>
          </p:nvSpPr>
          <p:spPr>
            <a:xfrm>
              <a:off x="474539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3" name="Google Shape;25433;p35"/>
            <p:cNvSpPr/>
            <p:nvPr/>
          </p:nvSpPr>
          <p:spPr>
            <a:xfrm>
              <a:off x="474539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4" name="Google Shape;25434;p35"/>
            <p:cNvSpPr/>
            <p:nvPr/>
          </p:nvSpPr>
          <p:spPr>
            <a:xfrm>
              <a:off x="474539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5" name="Google Shape;25435;p35"/>
            <p:cNvSpPr/>
            <p:nvPr/>
          </p:nvSpPr>
          <p:spPr>
            <a:xfrm>
              <a:off x="474539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6" name="Google Shape;25436;p35"/>
            <p:cNvSpPr/>
            <p:nvPr/>
          </p:nvSpPr>
          <p:spPr>
            <a:xfrm>
              <a:off x="474539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7" name="Google Shape;25437;p35"/>
            <p:cNvSpPr/>
            <p:nvPr/>
          </p:nvSpPr>
          <p:spPr>
            <a:xfrm>
              <a:off x="4745381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8" name="Google Shape;25438;p35"/>
            <p:cNvSpPr/>
            <p:nvPr/>
          </p:nvSpPr>
          <p:spPr>
            <a:xfrm>
              <a:off x="4745381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9" name="Google Shape;25439;p35"/>
            <p:cNvSpPr/>
            <p:nvPr/>
          </p:nvSpPr>
          <p:spPr>
            <a:xfrm>
              <a:off x="4745381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0" name="Google Shape;25440;p35"/>
            <p:cNvSpPr/>
            <p:nvPr/>
          </p:nvSpPr>
          <p:spPr>
            <a:xfrm>
              <a:off x="4745381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1" name="Google Shape;25441;p35"/>
            <p:cNvSpPr/>
            <p:nvPr/>
          </p:nvSpPr>
          <p:spPr>
            <a:xfrm>
              <a:off x="4745381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2" name="Google Shape;25442;p35"/>
            <p:cNvSpPr/>
            <p:nvPr/>
          </p:nvSpPr>
          <p:spPr>
            <a:xfrm>
              <a:off x="4745381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3" name="Google Shape;25443;p35"/>
            <p:cNvSpPr/>
            <p:nvPr/>
          </p:nvSpPr>
          <p:spPr>
            <a:xfrm>
              <a:off x="474536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4" name="Google Shape;25444;p35"/>
            <p:cNvSpPr/>
            <p:nvPr/>
          </p:nvSpPr>
          <p:spPr>
            <a:xfrm>
              <a:off x="474536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5" name="Google Shape;25445;p35"/>
            <p:cNvSpPr/>
            <p:nvPr/>
          </p:nvSpPr>
          <p:spPr>
            <a:xfrm>
              <a:off x="4991089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6" name="Google Shape;25446;p35"/>
            <p:cNvSpPr/>
            <p:nvPr/>
          </p:nvSpPr>
          <p:spPr>
            <a:xfrm>
              <a:off x="4991089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7" name="Google Shape;25447;p35"/>
            <p:cNvSpPr/>
            <p:nvPr/>
          </p:nvSpPr>
          <p:spPr>
            <a:xfrm>
              <a:off x="4991089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8" name="Google Shape;25448;p35"/>
            <p:cNvSpPr/>
            <p:nvPr/>
          </p:nvSpPr>
          <p:spPr>
            <a:xfrm>
              <a:off x="4991089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9" name="Google Shape;25449;p35"/>
            <p:cNvSpPr/>
            <p:nvPr/>
          </p:nvSpPr>
          <p:spPr>
            <a:xfrm>
              <a:off x="4991089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0" name="Google Shape;25450;p35"/>
            <p:cNvSpPr/>
            <p:nvPr/>
          </p:nvSpPr>
          <p:spPr>
            <a:xfrm>
              <a:off x="4991089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1" name="Google Shape;25451;p35"/>
            <p:cNvSpPr/>
            <p:nvPr/>
          </p:nvSpPr>
          <p:spPr>
            <a:xfrm>
              <a:off x="4991089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2" name="Google Shape;25452;p35"/>
            <p:cNvSpPr/>
            <p:nvPr/>
          </p:nvSpPr>
          <p:spPr>
            <a:xfrm>
              <a:off x="4991089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3" name="Google Shape;25453;p35"/>
            <p:cNvSpPr/>
            <p:nvPr/>
          </p:nvSpPr>
          <p:spPr>
            <a:xfrm>
              <a:off x="4991089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4" name="Google Shape;25454;p35"/>
            <p:cNvSpPr/>
            <p:nvPr/>
          </p:nvSpPr>
          <p:spPr>
            <a:xfrm>
              <a:off x="4991089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5" name="Google Shape;25455;p35"/>
            <p:cNvSpPr/>
            <p:nvPr/>
          </p:nvSpPr>
          <p:spPr>
            <a:xfrm>
              <a:off x="4991089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6" name="Google Shape;25456;p35"/>
            <p:cNvSpPr/>
            <p:nvPr/>
          </p:nvSpPr>
          <p:spPr>
            <a:xfrm>
              <a:off x="4991089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7" name="Google Shape;25457;p35"/>
            <p:cNvSpPr/>
            <p:nvPr/>
          </p:nvSpPr>
          <p:spPr>
            <a:xfrm>
              <a:off x="4991076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8" name="Google Shape;25458;p35"/>
            <p:cNvSpPr/>
            <p:nvPr/>
          </p:nvSpPr>
          <p:spPr>
            <a:xfrm>
              <a:off x="4991076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9" name="Google Shape;25459;p35"/>
            <p:cNvSpPr/>
            <p:nvPr/>
          </p:nvSpPr>
          <p:spPr>
            <a:xfrm>
              <a:off x="4991076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0" name="Google Shape;25460;p35"/>
            <p:cNvSpPr/>
            <p:nvPr/>
          </p:nvSpPr>
          <p:spPr>
            <a:xfrm>
              <a:off x="4991076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1" name="Google Shape;25461;p35"/>
            <p:cNvSpPr/>
            <p:nvPr/>
          </p:nvSpPr>
          <p:spPr>
            <a:xfrm>
              <a:off x="4991076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2" name="Google Shape;25462;p35"/>
            <p:cNvSpPr/>
            <p:nvPr/>
          </p:nvSpPr>
          <p:spPr>
            <a:xfrm>
              <a:off x="4991076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3" name="Google Shape;25463;p35"/>
            <p:cNvSpPr/>
            <p:nvPr/>
          </p:nvSpPr>
          <p:spPr>
            <a:xfrm>
              <a:off x="4991064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4" name="Google Shape;25464;p35"/>
            <p:cNvSpPr/>
            <p:nvPr/>
          </p:nvSpPr>
          <p:spPr>
            <a:xfrm>
              <a:off x="4991064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5" name="Google Shape;25465;p35"/>
            <p:cNvSpPr/>
            <p:nvPr/>
          </p:nvSpPr>
          <p:spPr>
            <a:xfrm>
              <a:off x="5236784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6" name="Google Shape;25466;p35"/>
            <p:cNvSpPr/>
            <p:nvPr/>
          </p:nvSpPr>
          <p:spPr>
            <a:xfrm>
              <a:off x="5236784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7" name="Google Shape;25467;p35"/>
            <p:cNvSpPr/>
            <p:nvPr/>
          </p:nvSpPr>
          <p:spPr>
            <a:xfrm>
              <a:off x="5236784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8" name="Google Shape;25468;p35"/>
            <p:cNvSpPr/>
            <p:nvPr/>
          </p:nvSpPr>
          <p:spPr>
            <a:xfrm>
              <a:off x="5236784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9" name="Google Shape;25469;p35"/>
            <p:cNvSpPr/>
            <p:nvPr/>
          </p:nvSpPr>
          <p:spPr>
            <a:xfrm>
              <a:off x="5236784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0" name="Google Shape;25470;p35"/>
            <p:cNvSpPr/>
            <p:nvPr/>
          </p:nvSpPr>
          <p:spPr>
            <a:xfrm>
              <a:off x="5236784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1" name="Google Shape;25471;p35"/>
            <p:cNvSpPr/>
            <p:nvPr/>
          </p:nvSpPr>
          <p:spPr>
            <a:xfrm>
              <a:off x="5236784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2" name="Google Shape;25472;p35"/>
            <p:cNvSpPr/>
            <p:nvPr/>
          </p:nvSpPr>
          <p:spPr>
            <a:xfrm>
              <a:off x="5236784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3" name="Google Shape;25473;p35"/>
            <p:cNvSpPr/>
            <p:nvPr/>
          </p:nvSpPr>
          <p:spPr>
            <a:xfrm>
              <a:off x="5236784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4" name="Google Shape;25474;p35"/>
            <p:cNvSpPr/>
            <p:nvPr/>
          </p:nvSpPr>
          <p:spPr>
            <a:xfrm>
              <a:off x="5236784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5" name="Google Shape;25475;p35"/>
            <p:cNvSpPr/>
            <p:nvPr/>
          </p:nvSpPr>
          <p:spPr>
            <a:xfrm>
              <a:off x="5236784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6" name="Google Shape;25476;p35"/>
            <p:cNvSpPr/>
            <p:nvPr/>
          </p:nvSpPr>
          <p:spPr>
            <a:xfrm>
              <a:off x="5236784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7" name="Google Shape;25477;p35"/>
            <p:cNvSpPr/>
            <p:nvPr/>
          </p:nvSpPr>
          <p:spPr>
            <a:xfrm>
              <a:off x="523677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8" name="Google Shape;25478;p35"/>
            <p:cNvSpPr/>
            <p:nvPr/>
          </p:nvSpPr>
          <p:spPr>
            <a:xfrm>
              <a:off x="523677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9" name="Google Shape;25479;p35"/>
            <p:cNvSpPr/>
            <p:nvPr/>
          </p:nvSpPr>
          <p:spPr>
            <a:xfrm>
              <a:off x="523677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0" name="Google Shape;25480;p35"/>
            <p:cNvSpPr/>
            <p:nvPr/>
          </p:nvSpPr>
          <p:spPr>
            <a:xfrm>
              <a:off x="523677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1" name="Google Shape;25481;p35"/>
            <p:cNvSpPr/>
            <p:nvPr/>
          </p:nvSpPr>
          <p:spPr>
            <a:xfrm>
              <a:off x="523677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2" name="Google Shape;25482;p35"/>
            <p:cNvSpPr/>
            <p:nvPr/>
          </p:nvSpPr>
          <p:spPr>
            <a:xfrm>
              <a:off x="523677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3" name="Google Shape;25483;p35"/>
            <p:cNvSpPr/>
            <p:nvPr/>
          </p:nvSpPr>
          <p:spPr>
            <a:xfrm>
              <a:off x="5236759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4" name="Google Shape;25484;p35"/>
            <p:cNvSpPr/>
            <p:nvPr/>
          </p:nvSpPr>
          <p:spPr>
            <a:xfrm>
              <a:off x="5236759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5" name="Google Shape;25485;p35"/>
            <p:cNvSpPr/>
            <p:nvPr/>
          </p:nvSpPr>
          <p:spPr>
            <a:xfrm>
              <a:off x="5482479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6" name="Google Shape;25486;p35"/>
            <p:cNvSpPr/>
            <p:nvPr/>
          </p:nvSpPr>
          <p:spPr>
            <a:xfrm>
              <a:off x="5482479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7" name="Google Shape;25487;p35"/>
            <p:cNvSpPr/>
            <p:nvPr/>
          </p:nvSpPr>
          <p:spPr>
            <a:xfrm>
              <a:off x="5482479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8" name="Google Shape;25488;p35"/>
            <p:cNvSpPr/>
            <p:nvPr/>
          </p:nvSpPr>
          <p:spPr>
            <a:xfrm>
              <a:off x="5482479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9" name="Google Shape;25489;p35"/>
            <p:cNvSpPr/>
            <p:nvPr/>
          </p:nvSpPr>
          <p:spPr>
            <a:xfrm>
              <a:off x="5482479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0" name="Google Shape;25490;p35"/>
            <p:cNvSpPr/>
            <p:nvPr/>
          </p:nvSpPr>
          <p:spPr>
            <a:xfrm>
              <a:off x="5482479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1" name="Google Shape;25491;p35"/>
            <p:cNvSpPr/>
            <p:nvPr/>
          </p:nvSpPr>
          <p:spPr>
            <a:xfrm>
              <a:off x="5482479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2" name="Google Shape;25492;p35"/>
            <p:cNvSpPr/>
            <p:nvPr/>
          </p:nvSpPr>
          <p:spPr>
            <a:xfrm>
              <a:off x="5482479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3" name="Google Shape;25493;p35"/>
            <p:cNvSpPr/>
            <p:nvPr/>
          </p:nvSpPr>
          <p:spPr>
            <a:xfrm>
              <a:off x="5482479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4" name="Google Shape;25494;p35"/>
            <p:cNvSpPr/>
            <p:nvPr/>
          </p:nvSpPr>
          <p:spPr>
            <a:xfrm>
              <a:off x="5482479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5" name="Google Shape;25495;p35"/>
            <p:cNvSpPr/>
            <p:nvPr/>
          </p:nvSpPr>
          <p:spPr>
            <a:xfrm>
              <a:off x="5482479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6" name="Google Shape;25496;p35"/>
            <p:cNvSpPr/>
            <p:nvPr/>
          </p:nvSpPr>
          <p:spPr>
            <a:xfrm>
              <a:off x="5482479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7" name="Google Shape;25497;p35"/>
            <p:cNvSpPr/>
            <p:nvPr/>
          </p:nvSpPr>
          <p:spPr>
            <a:xfrm>
              <a:off x="5482467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8" name="Google Shape;25498;p35"/>
            <p:cNvSpPr/>
            <p:nvPr/>
          </p:nvSpPr>
          <p:spPr>
            <a:xfrm>
              <a:off x="5482467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9" name="Google Shape;25499;p35"/>
            <p:cNvSpPr/>
            <p:nvPr/>
          </p:nvSpPr>
          <p:spPr>
            <a:xfrm>
              <a:off x="5482467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0" name="Google Shape;25500;p35"/>
            <p:cNvSpPr/>
            <p:nvPr/>
          </p:nvSpPr>
          <p:spPr>
            <a:xfrm>
              <a:off x="5482467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1" name="Google Shape;25501;p35"/>
            <p:cNvSpPr/>
            <p:nvPr/>
          </p:nvSpPr>
          <p:spPr>
            <a:xfrm>
              <a:off x="5482467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2" name="Google Shape;25502;p35"/>
            <p:cNvSpPr/>
            <p:nvPr/>
          </p:nvSpPr>
          <p:spPr>
            <a:xfrm>
              <a:off x="5482467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3" name="Google Shape;25503;p35"/>
            <p:cNvSpPr/>
            <p:nvPr/>
          </p:nvSpPr>
          <p:spPr>
            <a:xfrm>
              <a:off x="548245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4" name="Google Shape;25504;p35"/>
            <p:cNvSpPr/>
            <p:nvPr/>
          </p:nvSpPr>
          <p:spPr>
            <a:xfrm>
              <a:off x="548245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5" name="Google Shape;25505;p35"/>
            <p:cNvSpPr/>
            <p:nvPr/>
          </p:nvSpPr>
          <p:spPr>
            <a:xfrm>
              <a:off x="572817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6" name="Google Shape;25506;p35"/>
            <p:cNvSpPr/>
            <p:nvPr/>
          </p:nvSpPr>
          <p:spPr>
            <a:xfrm>
              <a:off x="572817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7" name="Google Shape;25507;p35"/>
            <p:cNvSpPr/>
            <p:nvPr/>
          </p:nvSpPr>
          <p:spPr>
            <a:xfrm>
              <a:off x="572817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8" name="Google Shape;25508;p35"/>
            <p:cNvSpPr/>
            <p:nvPr/>
          </p:nvSpPr>
          <p:spPr>
            <a:xfrm>
              <a:off x="572817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9" name="Google Shape;25509;p35"/>
            <p:cNvSpPr/>
            <p:nvPr/>
          </p:nvSpPr>
          <p:spPr>
            <a:xfrm>
              <a:off x="572817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0" name="Google Shape;25510;p35"/>
            <p:cNvSpPr/>
            <p:nvPr/>
          </p:nvSpPr>
          <p:spPr>
            <a:xfrm>
              <a:off x="572817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1" name="Google Shape;25511;p35"/>
            <p:cNvSpPr/>
            <p:nvPr/>
          </p:nvSpPr>
          <p:spPr>
            <a:xfrm>
              <a:off x="572817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2" name="Google Shape;25512;p35"/>
            <p:cNvSpPr/>
            <p:nvPr/>
          </p:nvSpPr>
          <p:spPr>
            <a:xfrm>
              <a:off x="572817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3" name="Google Shape;25513;p35"/>
            <p:cNvSpPr/>
            <p:nvPr/>
          </p:nvSpPr>
          <p:spPr>
            <a:xfrm>
              <a:off x="572817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4" name="Google Shape;25514;p35"/>
            <p:cNvSpPr/>
            <p:nvPr/>
          </p:nvSpPr>
          <p:spPr>
            <a:xfrm>
              <a:off x="572817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5" name="Google Shape;25515;p35"/>
            <p:cNvSpPr/>
            <p:nvPr/>
          </p:nvSpPr>
          <p:spPr>
            <a:xfrm>
              <a:off x="572817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6" name="Google Shape;25516;p35"/>
            <p:cNvSpPr/>
            <p:nvPr/>
          </p:nvSpPr>
          <p:spPr>
            <a:xfrm>
              <a:off x="572817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7" name="Google Shape;25517;p35"/>
            <p:cNvSpPr/>
            <p:nvPr/>
          </p:nvSpPr>
          <p:spPr>
            <a:xfrm>
              <a:off x="5728162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8" name="Google Shape;25518;p35"/>
            <p:cNvSpPr/>
            <p:nvPr/>
          </p:nvSpPr>
          <p:spPr>
            <a:xfrm>
              <a:off x="5728162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9" name="Google Shape;25519;p35"/>
            <p:cNvSpPr/>
            <p:nvPr/>
          </p:nvSpPr>
          <p:spPr>
            <a:xfrm>
              <a:off x="5728162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0" name="Google Shape;25520;p35"/>
            <p:cNvSpPr/>
            <p:nvPr/>
          </p:nvSpPr>
          <p:spPr>
            <a:xfrm>
              <a:off x="5728162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1" name="Google Shape;25521;p35"/>
            <p:cNvSpPr/>
            <p:nvPr/>
          </p:nvSpPr>
          <p:spPr>
            <a:xfrm>
              <a:off x="5728162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2" name="Google Shape;25522;p35"/>
            <p:cNvSpPr/>
            <p:nvPr/>
          </p:nvSpPr>
          <p:spPr>
            <a:xfrm>
              <a:off x="5728162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3" name="Google Shape;25523;p35"/>
            <p:cNvSpPr/>
            <p:nvPr/>
          </p:nvSpPr>
          <p:spPr>
            <a:xfrm>
              <a:off x="572815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4" name="Google Shape;25524;p35"/>
            <p:cNvSpPr/>
            <p:nvPr/>
          </p:nvSpPr>
          <p:spPr>
            <a:xfrm>
              <a:off x="572815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5" name="Google Shape;25525;p35"/>
            <p:cNvSpPr/>
            <p:nvPr/>
          </p:nvSpPr>
          <p:spPr>
            <a:xfrm>
              <a:off x="597387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6" name="Google Shape;25526;p35"/>
            <p:cNvSpPr/>
            <p:nvPr/>
          </p:nvSpPr>
          <p:spPr>
            <a:xfrm>
              <a:off x="597387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7" name="Google Shape;25527;p35"/>
            <p:cNvSpPr/>
            <p:nvPr/>
          </p:nvSpPr>
          <p:spPr>
            <a:xfrm>
              <a:off x="597387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8" name="Google Shape;25528;p35"/>
            <p:cNvSpPr/>
            <p:nvPr/>
          </p:nvSpPr>
          <p:spPr>
            <a:xfrm>
              <a:off x="597387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9" name="Google Shape;25529;p35"/>
            <p:cNvSpPr/>
            <p:nvPr/>
          </p:nvSpPr>
          <p:spPr>
            <a:xfrm>
              <a:off x="597387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0" name="Google Shape;25530;p35"/>
            <p:cNvSpPr/>
            <p:nvPr/>
          </p:nvSpPr>
          <p:spPr>
            <a:xfrm>
              <a:off x="597387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1" name="Google Shape;25531;p35"/>
            <p:cNvSpPr/>
            <p:nvPr/>
          </p:nvSpPr>
          <p:spPr>
            <a:xfrm>
              <a:off x="597387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2" name="Google Shape;25532;p35"/>
            <p:cNvSpPr/>
            <p:nvPr/>
          </p:nvSpPr>
          <p:spPr>
            <a:xfrm>
              <a:off x="597387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3" name="Google Shape;25533;p35"/>
            <p:cNvSpPr/>
            <p:nvPr/>
          </p:nvSpPr>
          <p:spPr>
            <a:xfrm>
              <a:off x="597387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4" name="Google Shape;25534;p35"/>
            <p:cNvSpPr/>
            <p:nvPr/>
          </p:nvSpPr>
          <p:spPr>
            <a:xfrm>
              <a:off x="597387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5" name="Google Shape;25535;p35"/>
            <p:cNvSpPr/>
            <p:nvPr/>
          </p:nvSpPr>
          <p:spPr>
            <a:xfrm>
              <a:off x="597387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6" name="Google Shape;25536;p35"/>
            <p:cNvSpPr/>
            <p:nvPr/>
          </p:nvSpPr>
          <p:spPr>
            <a:xfrm>
              <a:off x="597387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7" name="Google Shape;25537;p35"/>
            <p:cNvSpPr/>
            <p:nvPr/>
          </p:nvSpPr>
          <p:spPr>
            <a:xfrm>
              <a:off x="5973857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8" name="Google Shape;25538;p35"/>
            <p:cNvSpPr/>
            <p:nvPr/>
          </p:nvSpPr>
          <p:spPr>
            <a:xfrm>
              <a:off x="5973857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9" name="Google Shape;25539;p35"/>
            <p:cNvSpPr/>
            <p:nvPr/>
          </p:nvSpPr>
          <p:spPr>
            <a:xfrm>
              <a:off x="5973857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0" name="Google Shape;25540;p35"/>
            <p:cNvSpPr/>
            <p:nvPr/>
          </p:nvSpPr>
          <p:spPr>
            <a:xfrm>
              <a:off x="5973857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1" name="Google Shape;25541;p35"/>
            <p:cNvSpPr/>
            <p:nvPr/>
          </p:nvSpPr>
          <p:spPr>
            <a:xfrm>
              <a:off x="5973857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2" name="Google Shape;25542;p35"/>
            <p:cNvSpPr/>
            <p:nvPr/>
          </p:nvSpPr>
          <p:spPr>
            <a:xfrm>
              <a:off x="5973857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3" name="Google Shape;25543;p35"/>
            <p:cNvSpPr/>
            <p:nvPr/>
          </p:nvSpPr>
          <p:spPr>
            <a:xfrm>
              <a:off x="5973845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4" name="Google Shape;25544;p35"/>
            <p:cNvSpPr/>
            <p:nvPr/>
          </p:nvSpPr>
          <p:spPr>
            <a:xfrm>
              <a:off x="5973845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5" name="Google Shape;25545;p35"/>
            <p:cNvSpPr/>
            <p:nvPr/>
          </p:nvSpPr>
          <p:spPr>
            <a:xfrm>
              <a:off x="6219565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6" name="Google Shape;25546;p35"/>
            <p:cNvSpPr/>
            <p:nvPr/>
          </p:nvSpPr>
          <p:spPr>
            <a:xfrm>
              <a:off x="6219565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7" name="Google Shape;25547;p35"/>
            <p:cNvSpPr/>
            <p:nvPr/>
          </p:nvSpPr>
          <p:spPr>
            <a:xfrm>
              <a:off x="6219565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8" name="Google Shape;25548;p35"/>
            <p:cNvSpPr/>
            <p:nvPr/>
          </p:nvSpPr>
          <p:spPr>
            <a:xfrm>
              <a:off x="6219565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9" name="Google Shape;25549;p35"/>
            <p:cNvSpPr/>
            <p:nvPr/>
          </p:nvSpPr>
          <p:spPr>
            <a:xfrm>
              <a:off x="6219565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0" name="Google Shape;25550;p35"/>
            <p:cNvSpPr/>
            <p:nvPr/>
          </p:nvSpPr>
          <p:spPr>
            <a:xfrm>
              <a:off x="6219565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1" name="Google Shape;25551;p35"/>
            <p:cNvSpPr/>
            <p:nvPr/>
          </p:nvSpPr>
          <p:spPr>
            <a:xfrm>
              <a:off x="6219565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2" name="Google Shape;25552;p35"/>
            <p:cNvSpPr/>
            <p:nvPr/>
          </p:nvSpPr>
          <p:spPr>
            <a:xfrm>
              <a:off x="6219565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3" name="Google Shape;25553;p35"/>
            <p:cNvSpPr/>
            <p:nvPr/>
          </p:nvSpPr>
          <p:spPr>
            <a:xfrm>
              <a:off x="6219565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4" name="Google Shape;25554;p35"/>
            <p:cNvSpPr/>
            <p:nvPr/>
          </p:nvSpPr>
          <p:spPr>
            <a:xfrm>
              <a:off x="6219565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5" name="Google Shape;25555;p35"/>
            <p:cNvSpPr/>
            <p:nvPr/>
          </p:nvSpPr>
          <p:spPr>
            <a:xfrm>
              <a:off x="6219565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6" name="Google Shape;25556;p35"/>
            <p:cNvSpPr/>
            <p:nvPr/>
          </p:nvSpPr>
          <p:spPr>
            <a:xfrm>
              <a:off x="6219565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7" name="Google Shape;25557;p35"/>
            <p:cNvSpPr/>
            <p:nvPr/>
          </p:nvSpPr>
          <p:spPr>
            <a:xfrm>
              <a:off x="621955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8" name="Google Shape;25558;p35"/>
            <p:cNvSpPr/>
            <p:nvPr/>
          </p:nvSpPr>
          <p:spPr>
            <a:xfrm>
              <a:off x="621955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9" name="Google Shape;25559;p35"/>
            <p:cNvSpPr/>
            <p:nvPr/>
          </p:nvSpPr>
          <p:spPr>
            <a:xfrm>
              <a:off x="621955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0" name="Google Shape;25560;p35"/>
            <p:cNvSpPr/>
            <p:nvPr/>
          </p:nvSpPr>
          <p:spPr>
            <a:xfrm>
              <a:off x="621955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1" name="Google Shape;25561;p35"/>
            <p:cNvSpPr/>
            <p:nvPr/>
          </p:nvSpPr>
          <p:spPr>
            <a:xfrm>
              <a:off x="621955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2" name="Google Shape;25562;p35"/>
            <p:cNvSpPr/>
            <p:nvPr/>
          </p:nvSpPr>
          <p:spPr>
            <a:xfrm>
              <a:off x="621955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3" name="Google Shape;25563;p35"/>
            <p:cNvSpPr/>
            <p:nvPr/>
          </p:nvSpPr>
          <p:spPr>
            <a:xfrm>
              <a:off x="6219540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4" name="Google Shape;25564;p35"/>
            <p:cNvSpPr/>
            <p:nvPr/>
          </p:nvSpPr>
          <p:spPr>
            <a:xfrm>
              <a:off x="6219540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5" name="Google Shape;25565;p35"/>
            <p:cNvSpPr/>
            <p:nvPr/>
          </p:nvSpPr>
          <p:spPr>
            <a:xfrm>
              <a:off x="6465260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6" name="Google Shape;25566;p35"/>
            <p:cNvSpPr/>
            <p:nvPr/>
          </p:nvSpPr>
          <p:spPr>
            <a:xfrm>
              <a:off x="6465260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7" name="Google Shape;25567;p35"/>
            <p:cNvSpPr/>
            <p:nvPr/>
          </p:nvSpPr>
          <p:spPr>
            <a:xfrm>
              <a:off x="6465260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8" name="Google Shape;25568;p35"/>
            <p:cNvSpPr/>
            <p:nvPr/>
          </p:nvSpPr>
          <p:spPr>
            <a:xfrm>
              <a:off x="6465260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9" name="Google Shape;25569;p35"/>
            <p:cNvSpPr/>
            <p:nvPr/>
          </p:nvSpPr>
          <p:spPr>
            <a:xfrm>
              <a:off x="6465260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0" name="Google Shape;25570;p35"/>
            <p:cNvSpPr/>
            <p:nvPr/>
          </p:nvSpPr>
          <p:spPr>
            <a:xfrm>
              <a:off x="6465260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1" name="Google Shape;25571;p35"/>
            <p:cNvSpPr/>
            <p:nvPr/>
          </p:nvSpPr>
          <p:spPr>
            <a:xfrm>
              <a:off x="6465260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2" name="Google Shape;25572;p35"/>
            <p:cNvSpPr/>
            <p:nvPr/>
          </p:nvSpPr>
          <p:spPr>
            <a:xfrm>
              <a:off x="6465260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3" name="Google Shape;25573;p35"/>
            <p:cNvSpPr/>
            <p:nvPr/>
          </p:nvSpPr>
          <p:spPr>
            <a:xfrm>
              <a:off x="6465260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4" name="Google Shape;25574;p35"/>
            <p:cNvSpPr/>
            <p:nvPr/>
          </p:nvSpPr>
          <p:spPr>
            <a:xfrm>
              <a:off x="6465260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5" name="Google Shape;25575;p35"/>
            <p:cNvSpPr/>
            <p:nvPr/>
          </p:nvSpPr>
          <p:spPr>
            <a:xfrm>
              <a:off x="6465260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6" name="Google Shape;25576;p35"/>
            <p:cNvSpPr/>
            <p:nvPr/>
          </p:nvSpPr>
          <p:spPr>
            <a:xfrm>
              <a:off x="6465260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7" name="Google Shape;25577;p35"/>
            <p:cNvSpPr/>
            <p:nvPr/>
          </p:nvSpPr>
          <p:spPr>
            <a:xfrm>
              <a:off x="646524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8" name="Google Shape;25578;p35"/>
            <p:cNvSpPr/>
            <p:nvPr/>
          </p:nvSpPr>
          <p:spPr>
            <a:xfrm>
              <a:off x="646524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9" name="Google Shape;25579;p35"/>
            <p:cNvSpPr/>
            <p:nvPr/>
          </p:nvSpPr>
          <p:spPr>
            <a:xfrm>
              <a:off x="646524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0" name="Google Shape;25580;p35"/>
            <p:cNvSpPr/>
            <p:nvPr/>
          </p:nvSpPr>
          <p:spPr>
            <a:xfrm>
              <a:off x="646524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1" name="Google Shape;25581;p35"/>
            <p:cNvSpPr/>
            <p:nvPr/>
          </p:nvSpPr>
          <p:spPr>
            <a:xfrm>
              <a:off x="646524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2" name="Google Shape;25582;p35"/>
            <p:cNvSpPr/>
            <p:nvPr/>
          </p:nvSpPr>
          <p:spPr>
            <a:xfrm>
              <a:off x="646524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3" name="Google Shape;25583;p35"/>
            <p:cNvSpPr/>
            <p:nvPr/>
          </p:nvSpPr>
          <p:spPr>
            <a:xfrm>
              <a:off x="646523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4" name="Google Shape;25584;p35"/>
            <p:cNvSpPr/>
            <p:nvPr/>
          </p:nvSpPr>
          <p:spPr>
            <a:xfrm>
              <a:off x="646523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5" name="Google Shape;25585;p35"/>
            <p:cNvSpPr/>
            <p:nvPr/>
          </p:nvSpPr>
          <p:spPr>
            <a:xfrm>
              <a:off x="671095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6" name="Google Shape;25586;p35"/>
            <p:cNvSpPr/>
            <p:nvPr/>
          </p:nvSpPr>
          <p:spPr>
            <a:xfrm>
              <a:off x="671095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7" name="Google Shape;25587;p35"/>
            <p:cNvSpPr/>
            <p:nvPr/>
          </p:nvSpPr>
          <p:spPr>
            <a:xfrm>
              <a:off x="671095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8" name="Google Shape;25588;p35"/>
            <p:cNvSpPr/>
            <p:nvPr/>
          </p:nvSpPr>
          <p:spPr>
            <a:xfrm>
              <a:off x="671095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9" name="Google Shape;25589;p35"/>
            <p:cNvSpPr/>
            <p:nvPr/>
          </p:nvSpPr>
          <p:spPr>
            <a:xfrm>
              <a:off x="671095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0" name="Google Shape;25590;p35"/>
            <p:cNvSpPr/>
            <p:nvPr/>
          </p:nvSpPr>
          <p:spPr>
            <a:xfrm>
              <a:off x="671095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1" name="Google Shape;25591;p35"/>
            <p:cNvSpPr/>
            <p:nvPr/>
          </p:nvSpPr>
          <p:spPr>
            <a:xfrm>
              <a:off x="671095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2" name="Google Shape;25592;p35"/>
            <p:cNvSpPr/>
            <p:nvPr/>
          </p:nvSpPr>
          <p:spPr>
            <a:xfrm>
              <a:off x="671095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3" name="Google Shape;25593;p35"/>
            <p:cNvSpPr/>
            <p:nvPr/>
          </p:nvSpPr>
          <p:spPr>
            <a:xfrm>
              <a:off x="671095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4" name="Google Shape;25594;p35"/>
            <p:cNvSpPr/>
            <p:nvPr/>
          </p:nvSpPr>
          <p:spPr>
            <a:xfrm>
              <a:off x="671095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5" name="Google Shape;25595;p35"/>
            <p:cNvSpPr/>
            <p:nvPr/>
          </p:nvSpPr>
          <p:spPr>
            <a:xfrm>
              <a:off x="671095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6" name="Google Shape;25596;p35"/>
            <p:cNvSpPr/>
            <p:nvPr/>
          </p:nvSpPr>
          <p:spPr>
            <a:xfrm>
              <a:off x="671095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7" name="Google Shape;25597;p35"/>
            <p:cNvSpPr/>
            <p:nvPr/>
          </p:nvSpPr>
          <p:spPr>
            <a:xfrm>
              <a:off x="6710943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8" name="Google Shape;25598;p35"/>
            <p:cNvSpPr/>
            <p:nvPr/>
          </p:nvSpPr>
          <p:spPr>
            <a:xfrm>
              <a:off x="6710943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9" name="Google Shape;25599;p35"/>
            <p:cNvSpPr/>
            <p:nvPr/>
          </p:nvSpPr>
          <p:spPr>
            <a:xfrm>
              <a:off x="6710943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0" name="Google Shape;25600;p35"/>
            <p:cNvSpPr/>
            <p:nvPr/>
          </p:nvSpPr>
          <p:spPr>
            <a:xfrm>
              <a:off x="6710943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1" name="Google Shape;25601;p35"/>
            <p:cNvSpPr/>
            <p:nvPr/>
          </p:nvSpPr>
          <p:spPr>
            <a:xfrm>
              <a:off x="6710943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2" name="Google Shape;25602;p35"/>
            <p:cNvSpPr/>
            <p:nvPr/>
          </p:nvSpPr>
          <p:spPr>
            <a:xfrm>
              <a:off x="6710943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3" name="Google Shape;25603;p35"/>
            <p:cNvSpPr/>
            <p:nvPr/>
          </p:nvSpPr>
          <p:spPr>
            <a:xfrm>
              <a:off x="671093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4" name="Google Shape;25604;p35"/>
            <p:cNvSpPr/>
            <p:nvPr/>
          </p:nvSpPr>
          <p:spPr>
            <a:xfrm>
              <a:off x="671093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5" name="Google Shape;25605;p35"/>
            <p:cNvSpPr/>
            <p:nvPr/>
          </p:nvSpPr>
          <p:spPr>
            <a:xfrm>
              <a:off x="695665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6" name="Google Shape;25606;p35"/>
            <p:cNvSpPr/>
            <p:nvPr/>
          </p:nvSpPr>
          <p:spPr>
            <a:xfrm>
              <a:off x="695665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7" name="Google Shape;25607;p35"/>
            <p:cNvSpPr/>
            <p:nvPr/>
          </p:nvSpPr>
          <p:spPr>
            <a:xfrm>
              <a:off x="695665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8" name="Google Shape;25608;p35"/>
            <p:cNvSpPr/>
            <p:nvPr/>
          </p:nvSpPr>
          <p:spPr>
            <a:xfrm>
              <a:off x="695665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9" name="Google Shape;25609;p35"/>
            <p:cNvSpPr/>
            <p:nvPr/>
          </p:nvSpPr>
          <p:spPr>
            <a:xfrm>
              <a:off x="695665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0" name="Google Shape;25610;p35"/>
            <p:cNvSpPr/>
            <p:nvPr/>
          </p:nvSpPr>
          <p:spPr>
            <a:xfrm>
              <a:off x="695665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1" name="Google Shape;25611;p35"/>
            <p:cNvSpPr/>
            <p:nvPr/>
          </p:nvSpPr>
          <p:spPr>
            <a:xfrm>
              <a:off x="695665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2" name="Google Shape;25612;p35"/>
            <p:cNvSpPr/>
            <p:nvPr/>
          </p:nvSpPr>
          <p:spPr>
            <a:xfrm>
              <a:off x="695665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3" name="Google Shape;25613;p35"/>
            <p:cNvSpPr/>
            <p:nvPr/>
          </p:nvSpPr>
          <p:spPr>
            <a:xfrm>
              <a:off x="695665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4" name="Google Shape;25614;p35"/>
            <p:cNvSpPr/>
            <p:nvPr/>
          </p:nvSpPr>
          <p:spPr>
            <a:xfrm>
              <a:off x="695665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5" name="Google Shape;25615;p35"/>
            <p:cNvSpPr/>
            <p:nvPr/>
          </p:nvSpPr>
          <p:spPr>
            <a:xfrm>
              <a:off x="695665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6" name="Google Shape;25616;p35"/>
            <p:cNvSpPr/>
            <p:nvPr/>
          </p:nvSpPr>
          <p:spPr>
            <a:xfrm>
              <a:off x="695665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7" name="Google Shape;25617;p35"/>
            <p:cNvSpPr/>
            <p:nvPr/>
          </p:nvSpPr>
          <p:spPr>
            <a:xfrm>
              <a:off x="6956638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8" name="Google Shape;25618;p35"/>
            <p:cNvSpPr/>
            <p:nvPr/>
          </p:nvSpPr>
          <p:spPr>
            <a:xfrm>
              <a:off x="6956638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9" name="Google Shape;25619;p35"/>
            <p:cNvSpPr/>
            <p:nvPr/>
          </p:nvSpPr>
          <p:spPr>
            <a:xfrm>
              <a:off x="6956638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0" name="Google Shape;25620;p35"/>
            <p:cNvSpPr/>
            <p:nvPr/>
          </p:nvSpPr>
          <p:spPr>
            <a:xfrm>
              <a:off x="6956638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1" name="Google Shape;25621;p35"/>
            <p:cNvSpPr/>
            <p:nvPr/>
          </p:nvSpPr>
          <p:spPr>
            <a:xfrm>
              <a:off x="6956638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2" name="Google Shape;25622;p35"/>
            <p:cNvSpPr/>
            <p:nvPr/>
          </p:nvSpPr>
          <p:spPr>
            <a:xfrm>
              <a:off x="6956638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3" name="Google Shape;25623;p35"/>
            <p:cNvSpPr/>
            <p:nvPr/>
          </p:nvSpPr>
          <p:spPr>
            <a:xfrm>
              <a:off x="6956626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4" name="Google Shape;25624;p35"/>
            <p:cNvSpPr/>
            <p:nvPr/>
          </p:nvSpPr>
          <p:spPr>
            <a:xfrm>
              <a:off x="6956626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5" name="Google Shape;25625;p35"/>
            <p:cNvSpPr/>
            <p:nvPr/>
          </p:nvSpPr>
          <p:spPr>
            <a:xfrm>
              <a:off x="7202346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6" name="Google Shape;25626;p35"/>
            <p:cNvSpPr/>
            <p:nvPr/>
          </p:nvSpPr>
          <p:spPr>
            <a:xfrm>
              <a:off x="7202346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7" name="Google Shape;25627;p35"/>
            <p:cNvSpPr/>
            <p:nvPr/>
          </p:nvSpPr>
          <p:spPr>
            <a:xfrm>
              <a:off x="7202346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8" name="Google Shape;25628;p35"/>
            <p:cNvSpPr/>
            <p:nvPr/>
          </p:nvSpPr>
          <p:spPr>
            <a:xfrm>
              <a:off x="7202346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9" name="Google Shape;25629;p35"/>
            <p:cNvSpPr/>
            <p:nvPr/>
          </p:nvSpPr>
          <p:spPr>
            <a:xfrm>
              <a:off x="7202346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0" name="Google Shape;25630;p35"/>
            <p:cNvSpPr/>
            <p:nvPr/>
          </p:nvSpPr>
          <p:spPr>
            <a:xfrm>
              <a:off x="7202346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1" name="Google Shape;25631;p35"/>
            <p:cNvSpPr/>
            <p:nvPr/>
          </p:nvSpPr>
          <p:spPr>
            <a:xfrm>
              <a:off x="7202346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2" name="Google Shape;25632;p35"/>
            <p:cNvSpPr/>
            <p:nvPr/>
          </p:nvSpPr>
          <p:spPr>
            <a:xfrm>
              <a:off x="7202346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3" name="Google Shape;25633;p35"/>
            <p:cNvSpPr/>
            <p:nvPr/>
          </p:nvSpPr>
          <p:spPr>
            <a:xfrm>
              <a:off x="7202346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4" name="Google Shape;25634;p35"/>
            <p:cNvSpPr/>
            <p:nvPr/>
          </p:nvSpPr>
          <p:spPr>
            <a:xfrm>
              <a:off x="7202346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5" name="Google Shape;25635;p35"/>
            <p:cNvSpPr/>
            <p:nvPr/>
          </p:nvSpPr>
          <p:spPr>
            <a:xfrm>
              <a:off x="7202346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6" name="Google Shape;25636;p35"/>
            <p:cNvSpPr/>
            <p:nvPr/>
          </p:nvSpPr>
          <p:spPr>
            <a:xfrm>
              <a:off x="7202346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7" name="Google Shape;25637;p35"/>
            <p:cNvSpPr/>
            <p:nvPr/>
          </p:nvSpPr>
          <p:spPr>
            <a:xfrm>
              <a:off x="720233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8" name="Google Shape;25638;p35"/>
            <p:cNvSpPr/>
            <p:nvPr/>
          </p:nvSpPr>
          <p:spPr>
            <a:xfrm>
              <a:off x="720233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9" name="Google Shape;25639;p35"/>
            <p:cNvSpPr/>
            <p:nvPr/>
          </p:nvSpPr>
          <p:spPr>
            <a:xfrm>
              <a:off x="720233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0" name="Google Shape;25640;p35"/>
            <p:cNvSpPr/>
            <p:nvPr/>
          </p:nvSpPr>
          <p:spPr>
            <a:xfrm>
              <a:off x="720233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1" name="Google Shape;25641;p35"/>
            <p:cNvSpPr/>
            <p:nvPr/>
          </p:nvSpPr>
          <p:spPr>
            <a:xfrm>
              <a:off x="720233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2" name="Google Shape;25642;p35"/>
            <p:cNvSpPr/>
            <p:nvPr/>
          </p:nvSpPr>
          <p:spPr>
            <a:xfrm>
              <a:off x="720233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3" name="Google Shape;25643;p35"/>
            <p:cNvSpPr/>
            <p:nvPr/>
          </p:nvSpPr>
          <p:spPr>
            <a:xfrm>
              <a:off x="7202321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4" name="Google Shape;25644;p35"/>
            <p:cNvSpPr/>
            <p:nvPr/>
          </p:nvSpPr>
          <p:spPr>
            <a:xfrm>
              <a:off x="7202321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5" name="Google Shape;25645;p35"/>
            <p:cNvSpPr/>
            <p:nvPr/>
          </p:nvSpPr>
          <p:spPr>
            <a:xfrm>
              <a:off x="7448041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6" name="Google Shape;25646;p35"/>
            <p:cNvSpPr/>
            <p:nvPr/>
          </p:nvSpPr>
          <p:spPr>
            <a:xfrm>
              <a:off x="7448041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7" name="Google Shape;25647;p35"/>
            <p:cNvSpPr/>
            <p:nvPr/>
          </p:nvSpPr>
          <p:spPr>
            <a:xfrm>
              <a:off x="7448041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8" name="Google Shape;25648;p35"/>
            <p:cNvSpPr/>
            <p:nvPr/>
          </p:nvSpPr>
          <p:spPr>
            <a:xfrm>
              <a:off x="7448041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9" name="Google Shape;25649;p35"/>
            <p:cNvSpPr/>
            <p:nvPr/>
          </p:nvSpPr>
          <p:spPr>
            <a:xfrm>
              <a:off x="7448041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0" name="Google Shape;25650;p35"/>
            <p:cNvSpPr/>
            <p:nvPr/>
          </p:nvSpPr>
          <p:spPr>
            <a:xfrm>
              <a:off x="7448041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1" name="Google Shape;25651;p35"/>
            <p:cNvSpPr/>
            <p:nvPr/>
          </p:nvSpPr>
          <p:spPr>
            <a:xfrm>
              <a:off x="7448041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2" name="Google Shape;25652;p35"/>
            <p:cNvSpPr/>
            <p:nvPr/>
          </p:nvSpPr>
          <p:spPr>
            <a:xfrm>
              <a:off x="7448041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3" name="Google Shape;25653;p35"/>
            <p:cNvSpPr/>
            <p:nvPr/>
          </p:nvSpPr>
          <p:spPr>
            <a:xfrm>
              <a:off x="7448041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4" name="Google Shape;25654;p35"/>
            <p:cNvSpPr/>
            <p:nvPr/>
          </p:nvSpPr>
          <p:spPr>
            <a:xfrm>
              <a:off x="7448041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5" name="Google Shape;25655;p35"/>
            <p:cNvSpPr/>
            <p:nvPr/>
          </p:nvSpPr>
          <p:spPr>
            <a:xfrm>
              <a:off x="7448041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6" name="Google Shape;25656;p35"/>
            <p:cNvSpPr/>
            <p:nvPr/>
          </p:nvSpPr>
          <p:spPr>
            <a:xfrm>
              <a:off x="7448041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7" name="Google Shape;25657;p35"/>
            <p:cNvSpPr/>
            <p:nvPr/>
          </p:nvSpPr>
          <p:spPr>
            <a:xfrm>
              <a:off x="744802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8" name="Google Shape;25658;p35"/>
            <p:cNvSpPr/>
            <p:nvPr/>
          </p:nvSpPr>
          <p:spPr>
            <a:xfrm>
              <a:off x="744802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9" name="Google Shape;25659;p35"/>
            <p:cNvSpPr/>
            <p:nvPr/>
          </p:nvSpPr>
          <p:spPr>
            <a:xfrm>
              <a:off x="744802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0" name="Google Shape;25660;p35"/>
            <p:cNvSpPr/>
            <p:nvPr/>
          </p:nvSpPr>
          <p:spPr>
            <a:xfrm>
              <a:off x="744802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1" name="Google Shape;25661;p35"/>
            <p:cNvSpPr/>
            <p:nvPr/>
          </p:nvSpPr>
          <p:spPr>
            <a:xfrm>
              <a:off x="744802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2" name="Google Shape;25662;p35"/>
            <p:cNvSpPr/>
            <p:nvPr/>
          </p:nvSpPr>
          <p:spPr>
            <a:xfrm>
              <a:off x="744802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3" name="Google Shape;25663;p35"/>
            <p:cNvSpPr/>
            <p:nvPr/>
          </p:nvSpPr>
          <p:spPr>
            <a:xfrm>
              <a:off x="744801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4" name="Google Shape;25664;p35"/>
            <p:cNvSpPr/>
            <p:nvPr/>
          </p:nvSpPr>
          <p:spPr>
            <a:xfrm>
              <a:off x="744801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5" name="Google Shape;25665;p35"/>
            <p:cNvSpPr/>
            <p:nvPr/>
          </p:nvSpPr>
          <p:spPr>
            <a:xfrm>
              <a:off x="769373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6" name="Google Shape;25666;p35"/>
            <p:cNvSpPr/>
            <p:nvPr/>
          </p:nvSpPr>
          <p:spPr>
            <a:xfrm>
              <a:off x="769373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7" name="Google Shape;25667;p35"/>
            <p:cNvSpPr/>
            <p:nvPr/>
          </p:nvSpPr>
          <p:spPr>
            <a:xfrm>
              <a:off x="769373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8" name="Google Shape;25668;p35"/>
            <p:cNvSpPr/>
            <p:nvPr/>
          </p:nvSpPr>
          <p:spPr>
            <a:xfrm>
              <a:off x="769373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9" name="Google Shape;25669;p35"/>
            <p:cNvSpPr/>
            <p:nvPr/>
          </p:nvSpPr>
          <p:spPr>
            <a:xfrm>
              <a:off x="769373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0" name="Google Shape;25670;p35"/>
            <p:cNvSpPr/>
            <p:nvPr/>
          </p:nvSpPr>
          <p:spPr>
            <a:xfrm>
              <a:off x="769373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1" name="Google Shape;25671;p35"/>
            <p:cNvSpPr/>
            <p:nvPr/>
          </p:nvSpPr>
          <p:spPr>
            <a:xfrm>
              <a:off x="769373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2" name="Google Shape;25672;p35"/>
            <p:cNvSpPr/>
            <p:nvPr/>
          </p:nvSpPr>
          <p:spPr>
            <a:xfrm>
              <a:off x="769373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3" name="Google Shape;25673;p35"/>
            <p:cNvSpPr/>
            <p:nvPr/>
          </p:nvSpPr>
          <p:spPr>
            <a:xfrm>
              <a:off x="769373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4" name="Google Shape;25674;p35"/>
            <p:cNvSpPr/>
            <p:nvPr/>
          </p:nvSpPr>
          <p:spPr>
            <a:xfrm>
              <a:off x="769373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5" name="Google Shape;25675;p35"/>
            <p:cNvSpPr/>
            <p:nvPr/>
          </p:nvSpPr>
          <p:spPr>
            <a:xfrm>
              <a:off x="769373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6" name="Google Shape;25676;p35"/>
            <p:cNvSpPr/>
            <p:nvPr/>
          </p:nvSpPr>
          <p:spPr>
            <a:xfrm>
              <a:off x="769373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7" name="Google Shape;25677;p35"/>
            <p:cNvSpPr/>
            <p:nvPr/>
          </p:nvSpPr>
          <p:spPr>
            <a:xfrm>
              <a:off x="7693724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8" name="Google Shape;25678;p35"/>
            <p:cNvSpPr/>
            <p:nvPr/>
          </p:nvSpPr>
          <p:spPr>
            <a:xfrm>
              <a:off x="7693724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9" name="Google Shape;25679;p35"/>
            <p:cNvSpPr/>
            <p:nvPr/>
          </p:nvSpPr>
          <p:spPr>
            <a:xfrm>
              <a:off x="7693724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0" name="Google Shape;25680;p35"/>
            <p:cNvSpPr/>
            <p:nvPr/>
          </p:nvSpPr>
          <p:spPr>
            <a:xfrm>
              <a:off x="7693724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1" name="Google Shape;25681;p35"/>
            <p:cNvSpPr/>
            <p:nvPr/>
          </p:nvSpPr>
          <p:spPr>
            <a:xfrm>
              <a:off x="7693724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2" name="Google Shape;25682;p35"/>
            <p:cNvSpPr/>
            <p:nvPr/>
          </p:nvSpPr>
          <p:spPr>
            <a:xfrm>
              <a:off x="7693724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3" name="Google Shape;25683;p35"/>
            <p:cNvSpPr/>
            <p:nvPr/>
          </p:nvSpPr>
          <p:spPr>
            <a:xfrm>
              <a:off x="769371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4" name="Google Shape;25684;p35"/>
            <p:cNvSpPr/>
            <p:nvPr/>
          </p:nvSpPr>
          <p:spPr>
            <a:xfrm>
              <a:off x="769371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5" name="Google Shape;25685;p35"/>
            <p:cNvSpPr/>
            <p:nvPr/>
          </p:nvSpPr>
          <p:spPr>
            <a:xfrm>
              <a:off x="793943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6" name="Google Shape;25686;p35"/>
            <p:cNvSpPr/>
            <p:nvPr/>
          </p:nvSpPr>
          <p:spPr>
            <a:xfrm>
              <a:off x="793943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7" name="Google Shape;25687;p35"/>
            <p:cNvSpPr/>
            <p:nvPr/>
          </p:nvSpPr>
          <p:spPr>
            <a:xfrm>
              <a:off x="793943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8" name="Google Shape;25688;p35"/>
            <p:cNvSpPr/>
            <p:nvPr/>
          </p:nvSpPr>
          <p:spPr>
            <a:xfrm>
              <a:off x="793943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9" name="Google Shape;25689;p35"/>
            <p:cNvSpPr/>
            <p:nvPr/>
          </p:nvSpPr>
          <p:spPr>
            <a:xfrm>
              <a:off x="793943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0" name="Google Shape;25690;p35"/>
            <p:cNvSpPr/>
            <p:nvPr/>
          </p:nvSpPr>
          <p:spPr>
            <a:xfrm>
              <a:off x="793943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1" name="Google Shape;25691;p35"/>
            <p:cNvSpPr/>
            <p:nvPr/>
          </p:nvSpPr>
          <p:spPr>
            <a:xfrm>
              <a:off x="793943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2" name="Google Shape;25692;p35"/>
            <p:cNvSpPr/>
            <p:nvPr/>
          </p:nvSpPr>
          <p:spPr>
            <a:xfrm>
              <a:off x="793943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3" name="Google Shape;25693;p35"/>
            <p:cNvSpPr/>
            <p:nvPr/>
          </p:nvSpPr>
          <p:spPr>
            <a:xfrm>
              <a:off x="793943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4" name="Google Shape;25694;p35"/>
            <p:cNvSpPr/>
            <p:nvPr/>
          </p:nvSpPr>
          <p:spPr>
            <a:xfrm>
              <a:off x="793943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5" name="Google Shape;25695;p35"/>
            <p:cNvSpPr/>
            <p:nvPr/>
          </p:nvSpPr>
          <p:spPr>
            <a:xfrm>
              <a:off x="793943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6" name="Google Shape;25696;p35"/>
            <p:cNvSpPr/>
            <p:nvPr/>
          </p:nvSpPr>
          <p:spPr>
            <a:xfrm>
              <a:off x="793943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7" name="Google Shape;25697;p35"/>
            <p:cNvSpPr/>
            <p:nvPr/>
          </p:nvSpPr>
          <p:spPr>
            <a:xfrm>
              <a:off x="7939419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8" name="Google Shape;25698;p35"/>
            <p:cNvSpPr/>
            <p:nvPr/>
          </p:nvSpPr>
          <p:spPr>
            <a:xfrm>
              <a:off x="7939419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9" name="Google Shape;25699;p35"/>
            <p:cNvSpPr/>
            <p:nvPr/>
          </p:nvSpPr>
          <p:spPr>
            <a:xfrm>
              <a:off x="7939419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0" name="Google Shape;25700;p35"/>
            <p:cNvSpPr/>
            <p:nvPr/>
          </p:nvSpPr>
          <p:spPr>
            <a:xfrm>
              <a:off x="7939419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1" name="Google Shape;25701;p35"/>
            <p:cNvSpPr/>
            <p:nvPr/>
          </p:nvSpPr>
          <p:spPr>
            <a:xfrm>
              <a:off x="7939419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2" name="Google Shape;25702;p35"/>
            <p:cNvSpPr/>
            <p:nvPr/>
          </p:nvSpPr>
          <p:spPr>
            <a:xfrm>
              <a:off x="7939419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3" name="Google Shape;25703;p35"/>
            <p:cNvSpPr/>
            <p:nvPr/>
          </p:nvSpPr>
          <p:spPr>
            <a:xfrm>
              <a:off x="7939407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4" name="Google Shape;25704;p35"/>
            <p:cNvSpPr/>
            <p:nvPr/>
          </p:nvSpPr>
          <p:spPr>
            <a:xfrm>
              <a:off x="7939407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5" name="Google Shape;25705;p35"/>
            <p:cNvSpPr/>
            <p:nvPr/>
          </p:nvSpPr>
          <p:spPr>
            <a:xfrm>
              <a:off x="8185127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6" name="Google Shape;25706;p35"/>
            <p:cNvSpPr/>
            <p:nvPr/>
          </p:nvSpPr>
          <p:spPr>
            <a:xfrm>
              <a:off x="8185127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7" name="Google Shape;25707;p35"/>
            <p:cNvSpPr/>
            <p:nvPr/>
          </p:nvSpPr>
          <p:spPr>
            <a:xfrm>
              <a:off x="8185127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8" name="Google Shape;25708;p35"/>
            <p:cNvSpPr/>
            <p:nvPr/>
          </p:nvSpPr>
          <p:spPr>
            <a:xfrm>
              <a:off x="8185127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9" name="Google Shape;25709;p35"/>
            <p:cNvSpPr/>
            <p:nvPr/>
          </p:nvSpPr>
          <p:spPr>
            <a:xfrm>
              <a:off x="8185127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0" name="Google Shape;25710;p35"/>
            <p:cNvSpPr/>
            <p:nvPr/>
          </p:nvSpPr>
          <p:spPr>
            <a:xfrm>
              <a:off x="8185127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1" name="Google Shape;25711;p35"/>
            <p:cNvSpPr/>
            <p:nvPr/>
          </p:nvSpPr>
          <p:spPr>
            <a:xfrm>
              <a:off x="8185127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2" name="Google Shape;25712;p35"/>
            <p:cNvSpPr/>
            <p:nvPr/>
          </p:nvSpPr>
          <p:spPr>
            <a:xfrm>
              <a:off x="8185127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3" name="Google Shape;25713;p35"/>
            <p:cNvSpPr/>
            <p:nvPr/>
          </p:nvSpPr>
          <p:spPr>
            <a:xfrm>
              <a:off x="8185127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4" name="Google Shape;25714;p35"/>
            <p:cNvSpPr/>
            <p:nvPr/>
          </p:nvSpPr>
          <p:spPr>
            <a:xfrm>
              <a:off x="8185127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5" name="Google Shape;25715;p35"/>
            <p:cNvSpPr/>
            <p:nvPr/>
          </p:nvSpPr>
          <p:spPr>
            <a:xfrm>
              <a:off x="8185127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6" name="Google Shape;25716;p35"/>
            <p:cNvSpPr/>
            <p:nvPr/>
          </p:nvSpPr>
          <p:spPr>
            <a:xfrm>
              <a:off x="8185127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7" name="Google Shape;25717;p35"/>
            <p:cNvSpPr/>
            <p:nvPr/>
          </p:nvSpPr>
          <p:spPr>
            <a:xfrm>
              <a:off x="818511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8" name="Google Shape;25718;p35"/>
            <p:cNvSpPr/>
            <p:nvPr/>
          </p:nvSpPr>
          <p:spPr>
            <a:xfrm>
              <a:off x="818511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9" name="Google Shape;25719;p35"/>
            <p:cNvSpPr/>
            <p:nvPr/>
          </p:nvSpPr>
          <p:spPr>
            <a:xfrm>
              <a:off x="818511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0" name="Google Shape;25720;p35"/>
            <p:cNvSpPr/>
            <p:nvPr/>
          </p:nvSpPr>
          <p:spPr>
            <a:xfrm>
              <a:off x="818511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1" name="Google Shape;25721;p35"/>
            <p:cNvSpPr/>
            <p:nvPr/>
          </p:nvSpPr>
          <p:spPr>
            <a:xfrm>
              <a:off x="818511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2" name="Google Shape;25722;p35"/>
            <p:cNvSpPr/>
            <p:nvPr/>
          </p:nvSpPr>
          <p:spPr>
            <a:xfrm>
              <a:off x="818511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3" name="Google Shape;25723;p35"/>
            <p:cNvSpPr/>
            <p:nvPr/>
          </p:nvSpPr>
          <p:spPr>
            <a:xfrm>
              <a:off x="8185102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4" name="Google Shape;25724;p35"/>
            <p:cNvSpPr/>
            <p:nvPr/>
          </p:nvSpPr>
          <p:spPr>
            <a:xfrm>
              <a:off x="8185102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5" name="Google Shape;25725;p35"/>
            <p:cNvSpPr/>
            <p:nvPr/>
          </p:nvSpPr>
          <p:spPr>
            <a:xfrm>
              <a:off x="8430822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6" name="Google Shape;25726;p35"/>
            <p:cNvSpPr/>
            <p:nvPr/>
          </p:nvSpPr>
          <p:spPr>
            <a:xfrm>
              <a:off x="8430822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7" name="Google Shape;25727;p35"/>
            <p:cNvSpPr/>
            <p:nvPr/>
          </p:nvSpPr>
          <p:spPr>
            <a:xfrm>
              <a:off x="8430822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8" name="Google Shape;25728;p35"/>
            <p:cNvSpPr/>
            <p:nvPr/>
          </p:nvSpPr>
          <p:spPr>
            <a:xfrm>
              <a:off x="8430822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9" name="Google Shape;25729;p35"/>
            <p:cNvSpPr/>
            <p:nvPr/>
          </p:nvSpPr>
          <p:spPr>
            <a:xfrm>
              <a:off x="8430822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0" name="Google Shape;25730;p35"/>
            <p:cNvSpPr/>
            <p:nvPr/>
          </p:nvSpPr>
          <p:spPr>
            <a:xfrm>
              <a:off x="8430822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1" name="Google Shape;25731;p35"/>
            <p:cNvSpPr/>
            <p:nvPr/>
          </p:nvSpPr>
          <p:spPr>
            <a:xfrm>
              <a:off x="8430822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2" name="Google Shape;25732;p35"/>
            <p:cNvSpPr/>
            <p:nvPr/>
          </p:nvSpPr>
          <p:spPr>
            <a:xfrm>
              <a:off x="8430822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3" name="Google Shape;25733;p35"/>
            <p:cNvSpPr/>
            <p:nvPr/>
          </p:nvSpPr>
          <p:spPr>
            <a:xfrm>
              <a:off x="8430822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4" name="Google Shape;25734;p35"/>
            <p:cNvSpPr/>
            <p:nvPr/>
          </p:nvSpPr>
          <p:spPr>
            <a:xfrm>
              <a:off x="8430822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5" name="Google Shape;25735;p35"/>
            <p:cNvSpPr/>
            <p:nvPr/>
          </p:nvSpPr>
          <p:spPr>
            <a:xfrm>
              <a:off x="8430822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6" name="Google Shape;25736;p35"/>
            <p:cNvSpPr/>
            <p:nvPr/>
          </p:nvSpPr>
          <p:spPr>
            <a:xfrm>
              <a:off x="8430822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7" name="Google Shape;25737;p35"/>
            <p:cNvSpPr/>
            <p:nvPr/>
          </p:nvSpPr>
          <p:spPr>
            <a:xfrm>
              <a:off x="843081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8" name="Google Shape;25738;p35"/>
            <p:cNvSpPr/>
            <p:nvPr/>
          </p:nvSpPr>
          <p:spPr>
            <a:xfrm>
              <a:off x="843081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9" name="Google Shape;25739;p35"/>
            <p:cNvSpPr/>
            <p:nvPr/>
          </p:nvSpPr>
          <p:spPr>
            <a:xfrm>
              <a:off x="843081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0" name="Google Shape;25740;p35"/>
            <p:cNvSpPr/>
            <p:nvPr/>
          </p:nvSpPr>
          <p:spPr>
            <a:xfrm>
              <a:off x="843081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1" name="Google Shape;25741;p35"/>
            <p:cNvSpPr/>
            <p:nvPr/>
          </p:nvSpPr>
          <p:spPr>
            <a:xfrm>
              <a:off x="843081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2" name="Google Shape;25742;p35"/>
            <p:cNvSpPr/>
            <p:nvPr/>
          </p:nvSpPr>
          <p:spPr>
            <a:xfrm>
              <a:off x="843081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3" name="Google Shape;25743;p35"/>
            <p:cNvSpPr/>
            <p:nvPr/>
          </p:nvSpPr>
          <p:spPr>
            <a:xfrm>
              <a:off x="843079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4" name="Google Shape;25744;p35"/>
            <p:cNvSpPr/>
            <p:nvPr/>
          </p:nvSpPr>
          <p:spPr>
            <a:xfrm>
              <a:off x="843079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5" name="Google Shape;25745;p35"/>
            <p:cNvSpPr/>
            <p:nvPr/>
          </p:nvSpPr>
          <p:spPr>
            <a:xfrm>
              <a:off x="8676518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6" name="Google Shape;25746;p35"/>
            <p:cNvSpPr/>
            <p:nvPr/>
          </p:nvSpPr>
          <p:spPr>
            <a:xfrm>
              <a:off x="8676518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7" name="Google Shape;25747;p35"/>
            <p:cNvSpPr/>
            <p:nvPr/>
          </p:nvSpPr>
          <p:spPr>
            <a:xfrm>
              <a:off x="8676518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8" name="Google Shape;25748;p35"/>
            <p:cNvSpPr/>
            <p:nvPr/>
          </p:nvSpPr>
          <p:spPr>
            <a:xfrm>
              <a:off x="8676518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9" name="Google Shape;25749;p35"/>
            <p:cNvSpPr/>
            <p:nvPr/>
          </p:nvSpPr>
          <p:spPr>
            <a:xfrm>
              <a:off x="8676518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0" name="Google Shape;25750;p35"/>
            <p:cNvSpPr/>
            <p:nvPr/>
          </p:nvSpPr>
          <p:spPr>
            <a:xfrm>
              <a:off x="8676518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1" name="Google Shape;25751;p35"/>
            <p:cNvSpPr/>
            <p:nvPr/>
          </p:nvSpPr>
          <p:spPr>
            <a:xfrm>
              <a:off x="8676518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2" name="Google Shape;25752;p35"/>
            <p:cNvSpPr/>
            <p:nvPr/>
          </p:nvSpPr>
          <p:spPr>
            <a:xfrm>
              <a:off x="8676518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3" name="Google Shape;25753;p35"/>
            <p:cNvSpPr/>
            <p:nvPr/>
          </p:nvSpPr>
          <p:spPr>
            <a:xfrm>
              <a:off x="8676518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4" name="Google Shape;25754;p35"/>
            <p:cNvSpPr/>
            <p:nvPr/>
          </p:nvSpPr>
          <p:spPr>
            <a:xfrm>
              <a:off x="8676518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5" name="Google Shape;25755;p35"/>
            <p:cNvSpPr/>
            <p:nvPr/>
          </p:nvSpPr>
          <p:spPr>
            <a:xfrm>
              <a:off x="8676518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6" name="Google Shape;25756;p35"/>
            <p:cNvSpPr/>
            <p:nvPr/>
          </p:nvSpPr>
          <p:spPr>
            <a:xfrm>
              <a:off x="8676518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7" name="Google Shape;25757;p35"/>
            <p:cNvSpPr/>
            <p:nvPr/>
          </p:nvSpPr>
          <p:spPr>
            <a:xfrm>
              <a:off x="8676505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8" name="Google Shape;25758;p35"/>
            <p:cNvSpPr/>
            <p:nvPr/>
          </p:nvSpPr>
          <p:spPr>
            <a:xfrm>
              <a:off x="8676505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9" name="Google Shape;25759;p35"/>
            <p:cNvSpPr/>
            <p:nvPr/>
          </p:nvSpPr>
          <p:spPr>
            <a:xfrm>
              <a:off x="8676505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0" name="Google Shape;25760;p35"/>
            <p:cNvSpPr/>
            <p:nvPr/>
          </p:nvSpPr>
          <p:spPr>
            <a:xfrm>
              <a:off x="8676505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1" name="Google Shape;25761;p35"/>
            <p:cNvSpPr/>
            <p:nvPr/>
          </p:nvSpPr>
          <p:spPr>
            <a:xfrm>
              <a:off x="8676505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2" name="Google Shape;25762;p35"/>
            <p:cNvSpPr/>
            <p:nvPr/>
          </p:nvSpPr>
          <p:spPr>
            <a:xfrm>
              <a:off x="8676505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3" name="Google Shape;25763;p35"/>
            <p:cNvSpPr/>
            <p:nvPr/>
          </p:nvSpPr>
          <p:spPr>
            <a:xfrm>
              <a:off x="8676493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4" name="Google Shape;25764;p35"/>
            <p:cNvSpPr/>
            <p:nvPr/>
          </p:nvSpPr>
          <p:spPr>
            <a:xfrm>
              <a:off x="8676493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5" name="Google Shape;25765;p35"/>
            <p:cNvSpPr/>
            <p:nvPr/>
          </p:nvSpPr>
          <p:spPr>
            <a:xfrm>
              <a:off x="89222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6" name="Google Shape;25766;p35"/>
            <p:cNvSpPr/>
            <p:nvPr/>
          </p:nvSpPr>
          <p:spPr>
            <a:xfrm>
              <a:off x="89222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7" name="Google Shape;25767;p35"/>
            <p:cNvSpPr/>
            <p:nvPr/>
          </p:nvSpPr>
          <p:spPr>
            <a:xfrm>
              <a:off x="89222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8" name="Google Shape;25768;p35"/>
            <p:cNvSpPr/>
            <p:nvPr/>
          </p:nvSpPr>
          <p:spPr>
            <a:xfrm>
              <a:off x="89222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9" name="Google Shape;25769;p35"/>
            <p:cNvSpPr/>
            <p:nvPr/>
          </p:nvSpPr>
          <p:spPr>
            <a:xfrm>
              <a:off x="89222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0" name="Google Shape;25770;p35"/>
            <p:cNvSpPr/>
            <p:nvPr/>
          </p:nvSpPr>
          <p:spPr>
            <a:xfrm>
              <a:off x="89222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1" name="Google Shape;25771;p35"/>
            <p:cNvSpPr/>
            <p:nvPr/>
          </p:nvSpPr>
          <p:spPr>
            <a:xfrm>
              <a:off x="89222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2" name="Google Shape;25772;p35"/>
            <p:cNvSpPr/>
            <p:nvPr/>
          </p:nvSpPr>
          <p:spPr>
            <a:xfrm>
              <a:off x="89222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3" name="Google Shape;25773;p35"/>
            <p:cNvSpPr/>
            <p:nvPr/>
          </p:nvSpPr>
          <p:spPr>
            <a:xfrm>
              <a:off x="89222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4" name="Google Shape;25774;p35"/>
            <p:cNvSpPr/>
            <p:nvPr/>
          </p:nvSpPr>
          <p:spPr>
            <a:xfrm>
              <a:off x="89222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5" name="Google Shape;25775;p35"/>
            <p:cNvSpPr/>
            <p:nvPr/>
          </p:nvSpPr>
          <p:spPr>
            <a:xfrm>
              <a:off x="89222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6" name="Google Shape;25776;p35"/>
            <p:cNvSpPr/>
            <p:nvPr/>
          </p:nvSpPr>
          <p:spPr>
            <a:xfrm>
              <a:off x="89222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7" name="Google Shape;25777;p35"/>
            <p:cNvSpPr/>
            <p:nvPr/>
          </p:nvSpPr>
          <p:spPr>
            <a:xfrm>
              <a:off x="89222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8" name="Google Shape;25778;p35"/>
            <p:cNvSpPr/>
            <p:nvPr/>
          </p:nvSpPr>
          <p:spPr>
            <a:xfrm>
              <a:off x="89222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9" name="Google Shape;25779;p35"/>
            <p:cNvSpPr/>
            <p:nvPr/>
          </p:nvSpPr>
          <p:spPr>
            <a:xfrm>
              <a:off x="89222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0" name="Google Shape;25780;p35"/>
            <p:cNvSpPr/>
            <p:nvPr/>
          </p:nvSpPr>
          <p:spPr>
            <a:xfrm>
              <a:off x="89222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1" name="Google Shape;25781;p35"/>
            <p:cNvSpPr/>
            <p:nvPr/>
          </p:nvSpPr>
          <p:spPr>
            <a:xfrm>
              <a:off x="89222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2" name="Google Shape;25782;p35"/>
            <p:cNvSpPr/>
            <p:nvPr/>
          </p:nvSpPr>
          <p:spPr>
            <a:xfrm>
              <a:off x="89222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3" name="Google Shape;25783;p35"/>
            <p:cNvSpPr/>
            <p:nvPr/>
          </p:nvSpPr>
          <p:spPr>
            <a:xfrm>
              <a:off x="89221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4" name="Google Shape;25784;p35"/>
            <p:cNvSpPr/>
            <p:nvPr/>
          </p:nvSpPr>
          <p:spPr>
            <a:xfrm>
              <a:off x="89221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5" name="Google Shape;25785;p35"/>
            <p:cNvSpPr/>
            <p:nvPr/>
          </p:nvSpPr>
          <p:spPr>
            <a:xfrm>
              <a:off x="2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6" name="Google Shape;25786;p35"/>
            <p:cNvSpPr/>
            <p:nvPr/>
          </p:nvSpPr>
          <p:spPr>
            <a:xfrm>
              <a:off x="21763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7" name="Google Shape;25787;p35"/>
            <p:cNvSpPr/>
            <p:nvPr/>
          </p:nvSpPr>
          <p:spPr>
            <a:xfrm>
              <a:off x="43523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8" name="Google Shape;25788;p35"/>
            <p:cNvSpPr/>
            <p:nvPr/>
          </p:nvSpPr>
          <p:spPr>
            <a:xfrm>
              <a:off x="65284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9" name="Google Shape;25789;p35"/>
            <p:cNvSpPr/>
            <p:nvPr/>
          </p:nvSpPr>
          <p:spPr>
            <a:xfrm>
              <a:off x="87044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0" name="Google Shape;25790;p35"/>
            <p:cNvSpPr/>
            <p:nvPr/>
          </p:nvSpPr>
          <p:spPr>
            <a:xfrm>
              <a:off x="108805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1" name="Google Shape;25791;p35"/>
            <p:cNvSpPr/>
            <p:nvPr/>
          </p:nvSpPr>
          <p:spPr>
            <a:xfrm>
              <a:off x="130566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2" name="Google Shape;25792;p35"/>
            <p:cNvSpPr/>
            <p:nvPr/>
          </p:nvSpPr>
          <p:spPr>
            <a:xfrm>
              <a:off x="155135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3" name="Google Shape;25793;p35"/>
            <p:cNvSpPr/>
            <p:nvPr/>
          </p:nvSpPr>
          <p:spPr>
            <a:xfrm>
              <a:off x="179705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4" name="Google Shape;25794;p35"/>
            <p:cNvSpPr/>
            <p:nvPr/>
          </p:nvSpPr>
          <p:spPr>
            <a:xfrm>
              <a:off x="204274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5" name="Google Shape;25795;p35"/>
            <p:cNvSpPr/>
            <p:nvPr/>
          </p:nvSpPr>
          <p:spPr>
            <a:xfrm>
              <a:off x="228844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6" name="Google Shape;25796;p35"/>
            <p:cNvSpPr/>
            <p:nvPr/>
          </p:nvSpPr>
          <p:spPr>
            <a:xfrm>
              <a:off x="253413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7" name="Google Shape;25797;p35"/>
            <p:cNvSpPr/>
            <p:nvPr/>
          </p:nvSpPr>
          <p:spPr>
            <a:xfrm>
              <a:off x="277983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8" name="Google Shape;25798;p35"/>
            <p:cNvSpPr/>
            <p:nvPr/>
          </p:nvSpPr>
          <p:spPr>
            <a:xfrm>
              <a:off x="302552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9" name="Google Shape;25799;p35"/>
            <p:cNvSpPr/>
            <p:nvPr/>
          </p:nvSpPr>
          <p:spPr>
            <a:xfrm>
              <a:off x="327122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0" name="Google Shape;25800;p35"/>
            <p:cNvSpPr/>
            <p:nvPr/>
          </p:nvSpPr>
          <p:spPr>
            <a:xfrm>
              <a:off x="351691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1" name="Google Shape;25801;p35"/>
            <p:cNvSpPr/>
            <p:nvPr/>
          </p:nvSpPr>
          <p:spPr>
            <a:xfrm>
              <a:off x="37626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2" name="Google Shape;25802;p35"/>
            <p:cNvSpPr/>
            <p:nvPr/>
          </p:nvSpPr>
          <p:spPr>
            <a:xfrm>
              <a:off x="400830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3" name="Google Shape;25803;p35"/>
            <p:cNvSpPr/>
            <p:nvPr/>
          </p:nvSpPr>
          <p:spPr>
            <a:xfrm>
              <a:off x="425400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4" name="Google Shape;25804;p35"/>
            <p:cNvSpPr/>
            <p:nvPr/>
          </p:nvSpPr>
          <p:spPr>
            <a:xfrm>
              <a:off x="449969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5" name="Google Shape;25805;p35"/>
            <p:cNvSpPr/>
            <p:nvPr/>
          </p:nvSpPr>
          <p:spPr>
            <a:xfrm>
              <a:off x="474539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6" name="Google Shape;25806;p35"/>
            <p:cNvSpPr/>
            <p:nvPr/>
          </p:nvSpPr>
          <p:spPr>
            <a:xfrm>
              <a:off x="4991089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7" name="Google Shape;25807;p35"/>
            <p:cNvSpPr/>
            <p:nvPr/>
          </p:nvSpPr>
          <p:spPr>
            <a:xfrm>
              <a:off x="5236784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8" name="Google Shape;25808;p35"/>
            <p:cNvSpPr/>
            <p:nvPr/>
          </p:nvSpPr>
          <p:spPr>
            <a:xfrm>
              <a:off x="5482479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9" name="Google Shape;25809;p35"/>
            <p:cNvSpPr/>
            <p:nvPr/>
          </p:nvSpPr>
          <p:spPr>
            <a:xfrm>
              <a:off x="572817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0" name="Google Shape;25810;p35"/>
            <p:cNvSpPr/>
            <p:nvPr/>
          </p:nvSpPr>
          <p:spPr>
            <a:xfrm>
              <a:off x="597387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1" name="Google Shape;25811;p35"/>
            <p:cNvSpPr/>
            <p:nvPr/>
          </p:nvSpPr>
          <p:spPr>
            <a:xfrm>
              <a:off x="6219565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2" name="Google Shape;25812;p35"/>
            <p:cNvSpPr/>
            <p:nvPr/>
          </p:nvSpPr>
          <p:spPr>
            <a:xfrm>
              <a:off x="6465260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3" name="Google Shape;25813;p35"/>
            <p:cNvSpPr/>
            <p:nvPr/>
          </p:nvSpPr>
          <p:spPr>
            <a:xfrm>
              <a:off x="671095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4" name="Google Shape;25814;p35"/>
            <p:cNvSpPr/>
            <p:nvPr/>
          </p:nvSpPr>
          <p:spPr>
            <a:xfrm>
              <a:off x="695665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5" name="Google Shape;25815;p35"/>
            <p:cNvSpPr/>
            <p:nvPr/>
          </p:nvSpPr>
          <p:spPr>
            <a:xfrm>
              <a:off x="7202346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6" name="Google Shape;25816;p35"/>
            <p:cNvSpPr/>
            <p:nvPr/>
          </p:nvSpPr>
          <p:spPr>
            <a:xfrm>
              <a:off x="7448041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7" name="Google Shape;25817;p35"/>
            <p:cNvSpPr/>
            <p:nvPr/>
          </p:nvSpPr>
          <p:spPr>
            <a:xfrm>
              <a:off x="769373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8" name="Google Shape;25818;p35"/>
            <p:cNvSpPr/>
            <p:nvPr/>
          </p:nvSpPr>
          <p:spPr>
            <a:xfrm>
              <a:off x="793943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9" name="Google Shape;25819;p35"/>
            <p:cNvSpPr/>
            <p:nvPr/>
          </p:nvSpPr>
          <p:spPr>
            <a:xfrm>
              <a:off x="8185127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0" name="Google Shape;25820;p35"/>
            <p:cNvSpPr/>
            <p:nvPr/>
          </p:nvSpPr>
          <p:spPr>
            <a:xfrm>
              <a:off x="8430822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1" name="Google Shape;25821;p35"/>
            <p:cNvSpPr/>
            <p:nvPr/>
          </p:nvSpPr>
          <p:spPr>
            <a:xfrm>
              <a:off x="8676518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2" name="Google Shape;25822;p35"/>
            <p:cNvSpPr/>
            <p:nvPr/>
          </p:nvSpPr>
          <p:spPr>
            <a:xfrm>
              <a:off x="89222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3" name="Google Shape;25823;p35"/>
            <p:cNvSpPr/>
            <p:nvPr/>
          </p:nvSpPr>
          <p:spPr>
            <a:xfrm>
              <a:off x="9167913" y="1895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4" name="Google Shape;25824;p35"/>
            <p:cNvSpPr/>
            <p:nvPr/>
          </p:nvSpPr>
          <p:spPr>
            <a:xfrm>
              <a:off x="9167913" y="4428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5" name="Google Shape;25825;p35"/>
            <p:cNvSpPr/>
            <p:nvPr/>
          </p:nvSpPr>
          <p:spPr>
            <a:xfrm>
              <a:off x="9167913" y="6961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6" name="Google Shape;25826;p35"/>
            <p:cNvSpPr/>
            <p:nvPr/>
          </p:nvSpPr>
          <p:spPr>
            <a:xfrm>
              <a:off x="9167913" y="9493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7" name="Google Shape;25827;p35"/>
            <p:cNvSpPr/>
            <p:nvPr/>
          </p:nvSpPr>
          <p:spPr>
            <a:xfrm>
              <a:off x="9167913" y="12026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8" name="Google Shape;25828;p35"/>
            <p:cNvSpPr/>
            <p:nvPr/>
          </p:nvSpPr>
          <p:spPr>
            <a:xfrm>
              <a:off x="9167913" y="14559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9" name="Google Shape;25829;p35"/>
            <p:cNvSpPr/>
            <p:nvPr/>
          </p:nvSpPr>
          <p:spPr>
            <a:xfrm>
              <a:off x="9167913" y="17092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0" name="Google Shape;25830;p35"/>
            <p:cNvSpPr/>
            <p:nvPr/>
          </p:nvSpPr>
          <p:spPr>
            <a:xfrm>
              <a:off x="9167913" y="19625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1" name="Google Shape;25831;p35"/>
            <p:cNvSpPr/>
            <p:nvPr/>
          </p:nvSpPr>
          <p:spPr>
            <a:xfrm>
              <a:off x="9167913" y="22158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2" name="Google Shape;25832;p35"/>
            <p:cNvSpPr/>
            <p:nvPr/>
          </p:nvSpPr>
          <p:spPr>
            <a:xfrm>
              <a:off x="9167913" y="24691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3" name="Google Shape;25833;p35"/>
            <p:cNvSpPr/>
            <p:nvPr/>
          </p:nvSpPr>
          <p:spPr>
            <a:xfrm>
              <a:off x="9167913" y="27224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4" name="Google Shape;25834;p35"/>
            <p:cNvSpPr/>
            <p:nvPr/>
          </p:nvSpPr>
          <p:spPr>
            <a:xfrm>
              <a:off x="9167913" y="2975702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5" name="Google Shape;25835;p35"/>
            <p:cNvSpPr/>
            <p:nvPr/>
          </p:nvSpPr>
          <p:spPr>
            <a:xfrm>
              <a:off x="9167900" y="3228991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6" name="Google Shape;25836;p35"/>
            <p:cNvSpPr/>
            <p:nvPr/>
          </p:nvSpPr>
          <p:spPr>
            <a:xfrm>
              <a:off x="9167900" y="3482280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7" name="Google Shape;25837;p35"/>
            <p:cNvSpPr/>
            <p:nvPr/>
          </p:nvSpPr>
          <p:spPr>
            <a:xfrm>
              <a:off x="9167900" y="3735569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8" name="Google Shape;25838;p35"/>
            <p:cNvSpPr/>
            <p:nvPr/>
          </p:nvSpPr>
          <p:spPr>
            <a:xfrm>
              <a:off x="9167900" y="3988858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9" name="Google Shape;25839;p35"/>
            <p:cNvSpPr/>
            <p:nvPr/>
          </p:nvSpPr>
          <p:spPr>
            <a:xfrm>
              <a:off x="9167900" y="4242147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0" name="Google Shape;25840;p35"/>
            <p:cNvSpPr/>
            <p:nvPr/>
          </p:nvSpPr>
          <p:spPr>
            <a:xfrm>
              <a:off x="9167900" y="4495435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1" name="Google Shape;25841;p35"/>
            <p:cNvSpPr/>
            <p:nvPr/>
          </p:nvSpPr>
          <p:spPr>
            <a:xfrm>
              <a:off x="9167888" y="4748724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2" name="Google Shape;25842;p35"/>
            <p:cNvSpPr/>
            <p:nvPr/>
          </p:nvSpPr>
          <p:spPr>
            <a:xfrm>
              <a:off x="9167888" y="5002013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3" name="Google Shape;25843;p35"/>
            <p:cNvSpPr/>
            <p:nvPr/>
          </p:nvSpPr>
          <p:spPr>
            <a:xfrm>
              <a:off x="9167913" y="-63776"/>
              <a:ext cx="141600" cy="141600"/>
            </a:xfrm>
            <a:prstGeom prst="mathPlus">
              <a:avLst>
                <a:gd name="adj1" fmla="val 708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44" name="Google Shape;25844;p35"/>
          <p:cNvGrpSpPr/>
          <p:nvPr/>
        </p:nvGrpSpPr>
        <p:grpSpPr>
          <a:xfrm>
            <a:off x="235650" y="204150"/>
            <a:ext cx="8683925" cy="4735200"/>
            <a:chOff x="235650" y="204150"/>
            <a:chExt cx="8683925" cy="4735200"/>
          </a:xfrm>
        </p:grpSpPr>
        <p:sp>
          <p:nvSpPr>
            <p:cNvPr id="25845" name="Google Shape;25845;p35"/>
            <p:cNvSpPr/>
            <p:nvPr/>
          </p:nvSpPr>
          <p:spPr>
            <a:xfrm>
              <a:off x="235650" y="204150"/>
              <a:ext cx="8672700" cy="4735200"/>
            </a:xfrm>
            <a:prstGeom prst="roundRect">
              <a:avLst>
                <a:gd name="adj" fmla="val 3441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846" name="Google Shape;25846;p35"/>
            <p:cNvCxnSpPr/>
            <p:nvPr/>
          </p:nvCxnSpPr>
          <p:spPr>
            <a:xfrm>
              <a:off x="240875" y="543800"/>
              <a:ext cx="8678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847" name="Google Shape;25847;p35"/>
            <p:cNvSpPr/>
            <p:nvPr/>
          </p:nvSpPr>
          <p:spPr>
            <a:xfrm>
              <a:off x="7921050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8" name="Google Shape;25848;p35"/>
            <p:cNvSpPr/>
            <p:nvPr/>
          </p:nvSpPr>
          <p:spPr>
            <a:xfrm>
              <a:off x="8225700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9" name="Google Shape;25849;p35"/>
            <p:cNvSpPr/>
            <p:nvPr/>
          </p:nvSpPr>
          <p:spPr>
            <a:xfrm>
              <a:off x="8530350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5850" name="Google Shape;25850;p35"/>
          <p:cNvCxnSpPr/>
          <p:nvPr/>
        </p:nvCxnSpPr>
        <p:spPr>
          <a:xfrm>
            <a:off x="578550" y="539500"/>
            <a:ext cx="0" cy="439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51" name="Google Shape;25851;p35"/>
          <p:cNvCxnSpPr/>
          <p:nvPr/>
        </p:nvCxnSpPr>
        <p:spPr>
          <a:xfrm>
            <a:off x="8576675" y="539500"/>
            <a:ext cx="0" cy="439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line Sans"/>
              <a:buNone/>
              <a:defRPr sz="3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line Sans"/>
              <a:buNone/>
              <a:defRPr sz="3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line Sans"/>
              <a:buNone/>
              <a:defRPr sz="3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line Sans"/>
              <a:buNone/>
              <a:defRPr sz="3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line Sans"/>
              <a:buNone/>
              <a:defRPr sz="3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line Sans"/>
              <a:buNone/>
              <a:defRPr sz="3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line Sans"/>
              <a:buNone/>
              <a:defRPr sz="3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line Sans"/>
              <a:buNone/>
              <a:defRPr sz="3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line Sans"/>
              <a:buNone/>
              <a:defRPr sz="3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8" r:id="rId6"/>
    <p:sldLayoutId id="2147483665" r:id="rId7"/>
    <p:sldLayoutId id="2147483680" r:id="rId8"/>
    <p:sldLayoutId id="214748368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2" name="Google Shape;25862;p39"/>
          <p:cNvSpPr txBox="1">
            <a:spLocks noGrp="1"/>
          </p:cNvSpPr>
          <p:nvPr>
            <p:ph type="ctrTitle"/>
          </p:nvPr>
        </p:nvSpPr>
        <p:spPr>
          <a:xfrm>
            <a:off x="2420800" y="1542275"/>
            <a:ext cx="4587900" cy="1735800"/>
          </a:xfr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4000" dirty="0"/>
              <a:t>Introduction to Web Development</a:t>
            </a:r>
          </a:p>
        </p:txBody>
      </p:sp>
      <p:sp>
        <p:nvSpPr>
          <p:cNvPr id="25863" name="Google Shape;25863;p39"/>
          <p:cNvSpPr txBox="1">
            <a:spLocks noGrp="1"/>
          </p:cNvSpPr>
          <p:nvPr>
            <p:ph type="subTitle" idx="1"/>
          </p:nvPr>
        </p:nvSpPr>
        <p:spPr>
          <a:xfrm>
            <a:off x="2420950" y="3315425"/>
            <a:ext cx="4587900" cy="403800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 err="1"/>
              <a:t>By</a:t>
            </a:r>
            <a:r>
              <a:rPr lang="es-ES" dirty="0"/>
              <a:t>- Chandramouli Haldar</a:t>
            </a:r>
          </a:p>
        </p:txBody>
      </p:sp>
      <p:sp>
        <p:nvSpPr>
          <p:cNvPr id="25864" name="Google Shape;25864;p39">
            <a:hlinkClick r:id="" action="ppaction://noaction"/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8286750" y="4024313"/>
            <a:ext cx="857250" cy="347662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line Sans"/>
                <a:ea typeface="Spline Sans"/>
                <a:cs typeface="Spline Sans"/>
                <a:sym typeface="Spline Sans"/>
              </a:rPr>
              <a:t>Start</a:t>
            </a:r>
            <a:endParaRPr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5865" name="Google Shape;25865;p39"/>
          <p:cNvSpPr/>
          <p:nvPr/>
        </p:nvSpPr>
        <p:spPr>
          <a:xfrm rot="2533043">
            <a:off x="7219502" y="4267288"/>
            <a:ext cx="205374" cy="307728"/>
          </a:xfrm>
          <a:prstGeom prst="upArrow">
            <a:avLst>
              <a:gd name="adj1" fmla="val 26856"/>
              <a:gd name="adj2" fmla="val 951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866" name="Google Shape;25866;p39"/>
          <p:cNvGrpSpPr/>
          <p:nvPr/>
        </p:nvGrpSpPr>
        <p:grpSpPr>
          <a:xfrm>
            <a:off x="713225" y="3476217"/>
            <a:ext cx="663844" cy="434242"/>
            <a:chOff x="4538725" y="735348"/>
            <a:chExt cx="663844" cy="434242"/>
          </a:xfrm>
        </p:grpSpPr>
        <p:sp>
          <p:nvSpPr>
            <p:cNvPr id="25867" name="Google Shape;25867;p39"/>
            <p:cNvSpPr/>
            <p:nvPr/>
          </p:nvSpPr>
          <p:spPr>
            <a:xfrm>
              <a:off x="4538725" y="735348"/>
              <a:ext cx="660912" cy="434242"/>
            </a:xfrm>
            <a:custGeom>
              <a:avLst/>
              <a:gdLst/>
              <a:ahLst/>
              <a:cxnLst/>
              <a:rect l="l" t="t" r="r" b="b"/>
              <a:pathLst>
                <a:path w="16458" h="9327" extrusionOk="0">
                  <a:moveTo>
                    <a:pt x="10662" y="1"/>
                  </a:moveTo>
                  <a:cubicBezTo>
                    <a:pt x="10392" y="1"/>
                    <a:pt x="10174" y="218"/>
                    <a:pt x="10174" y="487"/>
                  </a:cubicBezTo>
                  <a:lnTo>
                    <a:pt x="10174" y="1297"/>
                  </a:lnTo>
                  <a:lnTo>
                    <a:pt x="0" y="1297"/>
                  </a:lnTo>
                  <a:lnTo>
                    <a:pt x="1397" y="9139"/>
                  </a:lnTo>
                  <a:cubicBezTo>
                    <a:pt x="1397" y="9140"/>
                    <a:pt x="14915" y="9324"/>
                    <a:pt x="15012" y="9326"/>
                  </a:cubicBezTo>
                  <a:lnTo>
                    <a:pt x="15012" y="9326"/>
                  </a:lnTo>
                  <a:lnTo>
                    <a:pt x="16458" y="2594"/>
                  </a:lnTo>
                  <a:lnTo>
                    <a:pt x="12967" y="2594"/>
                  </a:lnTo>
                  <a:lnTo>
                    <a:pt x="12967" y="487"/>
                  </a:lnTo>
                  <a:cubicBezTo>
                    <a:pt x="12967" y="218"/>
                    <a:pt x="12750" y="1"/>
                    <a:pt x="12481" y="1"/>
                  </a:cubicBezTo>
                  <a:close/>
                  <a:moveTo>
                    <a:pt x="15012" y="9326"/>
                  </a:moveTo>
                  <a:lnTo>
                    <a:pt x="15012" y="9326"/>
                  </a:lnTo>
                  <a:cubicBezTo>
                    <a:pt x="15013" y="9326"/>
                    <a:pt x="15013" y="9326"/>
                    <a:pt x="15012" y="9326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8" name="Google Shape;25868;p39"/>
            <p:cNvSpPr/>
            <p:nvPr/>
          </p:nvSpPr>
          <p:spPr>
            <a:xfrm>
              <a:off x="4591573" y="852722"/>
              <a:ext cx="610996" cy="311609"/>
            </a:xfrm>
            <a:custGeom>
              <a:avLst/>
              <a:gdLst/>
              <a:ahLst/>
              <a:cxnLst/>
              <a:rect l="l" t="t" r="r" b="b"/>
              <a:pathLst>
                <a:path w="15215" h="6693" extrusionOk="0">
                  <a:moveTo>
                    <a:pt x="1478" y="0"/>
                  </a:moveTo>
                  <a:cubicBezTo>
                    <a:pt x="1443" y="0"/>
                    <a:pt x="1413" y="24"/>
                    <a:pt x="1406" y="57"/>
                  </a:cubicBezTo>
                  <a:lnTo>
                    <a:pt x="9" y="6603"/>
                  </a:lnTo>
                  <a:cubicBezTo>
                    <a:pt x="1" y="6643"/>
                    <a:pt x="26" y="6682"/>
                    <a:pt x="66" y="6691"/>
                  </a:cubicBezTo>
                  <a:cubicBezTo>
                    <a:pt x="71" y="6691"/>
                    <a:pt x="77" y="6692"/>
                    <a:pt x="81" y="6692"/>
                  </a:cubicBezTo>
                  <a:cubicBezTo>
                    <a:pt x="115" y="6692"/>
                    <a:pt x="145" y="6668"/>
                    <a:pt x="153" y="6634"/>
                  </a:cubicBezTo>
                  <a:lnTo>
                    <a:pt x="1537" y="146"/>
                  </a:lnTo>
                  <a:lnTo>
                    <a:pt x="15142" y="146"/>
                  </a:lnTo>
                  <a:cubicBezTo>
                    <a:pt x="15182" y="146"/>
                    <a:pt x="15215" y="113"/>
                    <a:pt x="15215" y="73"/>
                  </a:cubicBezTo>
                  <a:cubicBezTo>
                    <a:pt x="15215" y="33"/>
                    <a:pt x="15182" y="0"/>
                    <a:pt x="15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69" name="Google Shape;25869;p39"/>
          <p:cNvGrpSpPr/>
          <p:nvPr/>
        </p:nvGrpSpPr>
        <p:grpSpPr>
          <a:xfrm>
            <a:off x="713225" y="2818605"/>
            <a:ext cx="663844" cy="434242"/>
            <a:chOff x="4538725" y="735348"/>
            <a:chExt cx="663844" cy="434242"/>
          </a:xfrm>
        </p:grpSpPr>
        <p:sp>
          <p:nvSpPr>
            <p:cNvPr id="25870" name="Google Shape;25870;p39"/>
            <p:cNvSpPr/>
            <p:nvPr/>
          </p:nvSpPr>
          <p:spPr>
            <a:xfrm>
              <a:off x="4538725" y="735348"/>
              <a:ext cx="660912" cy="434242"/>
            </a:xfrm>
            <a:custGeom>
              <a:avLst/>
              <a:gdLst/>
              <a:ahLst/>
              <a:cxnLst/>
              <a:rect l="l" t="t" r="r" b="b"/>
              <a:pathLst>
                <a:path w="16458" h="9327" extrusionOk="0">
                  <a:moveTo>
                    <a:pt x="10662" y="1"/>
                  </a:moveTo>
                  <a:cubicBezTo>
                    <a:pt x="10392" y="1"/>
                    <a:pt x="10174" y="218"/>
                    <a:pt x="10174" y="487"/>
                  </a:cubicBezTo>
                  <a:lnTo>
                    <a:pt x="10174" y="1297"/>
                  </a:lnTo>
                  <a:lnTo>
                    <a:pt x="0" y="1297"/>
                  </a:lnTo>
                  <a:lnTo>
                    <a:pt x="1397" y="9139"/>
                  </a:lnTo>
                  <a:cubicBezTo>
                    <a:pt x="1397" y="9140"/>
                    <a:pt x="14915" y="9324"/>
                    <a:pt x="15012" y="9326"/>
                  </a:cubicBezTo>
                  <a:lnTo>
                    <a:pt x="15012" y="9326"/>
                  </a:lnTo>
                  <a:lnTo>
                    <a:pt x="16458" y="2594"/>
                  </a:lnTo>
                  <a:lnTo>
                    <a:pt x="12967" y="2594"/>
                  </a:lnTo>
                  <a:lnTo>
                    <a:pt x="12967" y="487"/>
                  </a:lnTo>
                  <a:cubicBezTo>
                    <a:pt x="12967" y="218"/>
                    <a:pt x="12750" y="1"/>
                    <a:pt x="12481" y="1"/>
                  </a:cubicBezTo>
                  <a:close/>
                  <a:moveTo>
                    <a:pt x="15012" y="9326"/>
                  </a:moveTo>
                  <a:lnTo>
                    <a:pt x="15012" y="9326"/>
                  </a:lnTo>
                  <a:cubicBezTo>
                    <a:pt x="15013" y="9326"/>
                    <a:pt x="15013" y="9326"/>
                    <a:pt x="15012" y="9326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1" name="Google Shape;25871;p39"/>
            <p:cNvSpPr/>
            <p:nvPr/>
          </p:nvSpPr>
          <p:spPr>
            <a:xfrm>
              <a:off x="4591573" y="852722"/>
              <a:ext cx="610996" cy="311609"/>
            </a:xfrm>
            <a:custGeom>
              <a:avLst/>
              <a:gdLst/>
              <a:ahLst/>
              <a:cxnLst/>
              <a:rect l="l" t="t" r="r" b="b"/>
              <a:pathLst>
                <a:path w="15215" h="6693" extrusionOk="0">
                  <a:moveTo>
                    <a:pt x="1478" y="0"/>
                  </a:moveTo>
                  <a:cubicBezTo>
                    <a:pt x="1443" y="0"/>
                    <a:pt x="1413" y="24"/>
                    <a:pt x="1406" y="57"/>
                  </a:cubicBezTo>
                  <a:lnTo>
                    <a:pt x="9" y="6603"/>
                  </a:lnTo>
                  <a:cubicBezTo>
                    <a:pt x="1" y="6643"/>
                    <a:pt x="26" y="6682"/>
                    <a:pt x="66" y="6691"/>
                  </a:cubicBezTo>
                  <a:cubicBezTo>
                    <a:pt x="71" y="6691"/>
                    <a:pt x="77" y="6692"/>
                    <a:pt x="81" y="6692"/>
                  </a:cubicBezTo>
                  <a:cubicBezTo>
                    <a:pt x="115" y="6692"/>
                    <a:pt x="145" y="6668"/>
                    <a:pt x="153" y="6634"/>
                  </a:cubicBezTo>
                  <a:lnTo>
                    <a:pt x="1537" y="146"/>
                  </a:lnTo>
                  <a:lnTo>
                    <a:pt x="15142" y="146"/>
                  </a:lnTo>
                  <a:cubicBezTo>
                    <a:pt x="15182" y="146"/>
                    <a:pt x="15215" y="113"/>
                    <a:pt x="15215" y="73"/>
                  </a:cubicBezTo>
                  <a:cubicBezTo>
                    <a:pt x="15215" y="33"/>
                    <a:pt x="15182" y="0"/>
                    <a:pt x="15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2" name="Google Shape;25872;p39"/>
          <p:cNvGrpSpPr/>
          <p:nvPr/>
        </p:nvGrpSpPr>
        <p:grpSpPr>
          <a:xfrm>
            <a:off x="713225" y="4133829"/>
            <a:ext cx="663844" cy="434242"/>
            <a:chOff x="4538725" y="735348"/>
            <a:chExt cx="663844" cy="434242"/>
          </a:xfrm>
        </p:grpSpPr>
        <p:sp>
          <p:nvSpPr>
            <p:cNvPr id="25873" name="Google Shape;25873;p39"/>
            <p:cNvSpPr/>
            <p:nvPr/>
          </p:nvSpPr>
          <p:spPr>
            <a:xfrm>
              <a:off x="4538725" y="735348"/>
              <a:ext cx="660912" cy="434242"/>
            </a:xfrm>
            <a:custGeom>
              <a:avLst/>
              <a:gdLst/>
              <a:ahLst/>
              <a:cxnLst/>
              <a:rect l="l" t="t" r="r" b="b"/>
              <a:pathLst>
                <a:path w="16458" h="9327" extrusionOk="0">
                  <a:moveTo>
                    <a:pt x="10662" y="1"/>
                  </a:moveTo>
                  <a:cubicBezTo>
                    <a:pt x="10392" y="1"/>
                    <a:pt x="10174" y="218"/>
                    <a:pt x="10174" y="487"/>
                  </a:cubicBezTo>
                  <a:lnTo>
                    <a:pt x="10174" y="1297"/>
                  </a:lnTo>
                  <a:lnTo>
                    <a:pt x="0" y="1297"/>
                  </a:lnTo>
                  <a:lnTo>
                    <a:pt x="1397" y="9139"/>
                  </a:lnTo>
                  <a:cubicBezTo>
                    <a:pt x="1397" y="9140"/>
                    <a:pt x="14915" y="9324"/>
                    <a:pt x="15012" y="9326"/>
                  </a:cubicBezTo>
                  <a:lnTo>
                    <a:pt x="15012" y="9326"/>
                  </a:lnTo>
                  <a:lnTo>
                    <a:pt x="16458" y="2594"/>
                  </a:lnTo>
                  <a:lnTo>
                    <a:pt x="12967" y="2594"/>
                  </a:lnTo>
                  <a:lnTo>
                    <a:pt x="12967" y="487"/>
                  </a:lnTo>
                  <a:cubicBezTo>
                    <a:pt x="12967" y="218"/>
                    <a:pt x="12750" y="1"/>
                    <a:pt x="12481" y="1"/>
                  </a:cubicBezTo>
                  <a:close/>
                  <a:moveTo>
                    <a:pt x="15012" y="9326"/>
                  </a:moveTo>
                  <a:lnTo>
                    <a:pt x="15012" y="9326"/>
                  </a:lnTo>
                  <a:cubicBezTo>
                    <a:pt x="15013" y="9326"/>
                    <a:pt x="15013" y="9326"/>
                    <a:pt x="15012" y="9326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4" name="Google Shape;25874;p39"/>
            <p:cNvSpPr/>
            <p:nvPr/>
          </p:nvSpPr>
          <p:spPr>
            <a:xfrm>
              <a:off x="4591573" y="852722"/>
              <a:ext cx="610996" cy="311609"/>
            </a:xfrm>
            <a:custGeom>
              <a:avLst/>
              <a:gdLst/>
              <a:ahLst/>
              <a:cxnLst/>
              <a:rect l="l" t="t" r="r" b="b"/>
              <a:pathLst>
                <a:path w="15215" h="6693" extrusionOk="0">
                  <a:moveTo>
                    <a:pt x="1478" y="0"/>
                  </a:moveTo>
                  <a:cubicBezTo>
                    <a:pt x="1443" y="0"/>
                    <a:pt x="1413" y="24"/>
                    <a:pt x="1406" y="57"/>
                  </a:cubicBezTo>
                  <a:lnTo>
                    <a:pt x="9" y="6603"/>
                  </a:lnTo>
                  <a:cubicBezTo>
                    <a:pt x="1" y="6643"/>
                    <a:pt x="26" y="6682"/>
                    <a:pt x="66" y="6691"/>
                  </a:cubicBezTo>
                  <a:cubicBezTo>
                    <a:pt x="71" y="6691"/>
                    <a:pt x="77" y="6692"/>
                    <a:pt x="81" y="6692"/>
                  </a:cubicBezTo>
                  <a:cubicBezTo>
                    <a:pt x="115" y="6692"/>
                    <a:pt x="145" y="6668"/>
                    <a:pt x="153" y="6634"/>
                  </a:cubicBezTo>
                  <a:lnTo>
                    <a:pt x="1537" y="146"/>
                  </a:lnTo>
                  <a:lnTo>
                    <a:pt x="15142" y="146"/>
                  </a:lnTo>
                  <a:cubicBezTo>
                    <a:pt x="15182" y="146"/>
                    <a:pt x="15215" y="113"/>
                    <a:pt x="15215" y="73"/>
                  </a:cubicBezTo>
                  <a:cubicBezTo>
                    <a:pt x="15215" y="33"/>
                    <a:pt x="15182" y="0"/>
                    <a:pt x="15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5" name="Google Shape;25875;p39"/>
          <p:cNvGrpSpPr/>
          <p:nvPr/>
        </p:nvGrpSpPr>
        <p:grpSpPr>
          <a:xfrm>
            <a:off x="7690200" y="744637"/>
            <a:ext cx="551705" cy="676200"/>
            <a:chOff x="1016588" y="1168562"/>
            <a:chExt cx="551705" cy="676200"/>
          </a:xfrm>
        </p:grpSpPr>
        <p:sp>
          <p:nvSpPr>
            <p:cNvPr id="25876" name="Google Shape;25876;p39"/>
            <p:cNvSpPr/>
            <p:nvPr/>
          </p:nvSpPr>
          <p:spPr>
            <a:xfrm>
              <a:off x="1016588" y="1168562"/>
              <a:ext cx="551700" cy="676200"/>
            </a:xfrm>
            <a:prstGeom prst="snip1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7" name="Google Shape;25877;p39"/>
            <p:cNvSpPr/>
            <p:nvPr/>
          </p:nvSpPr>
          <p:spPr>
            <a:xfrm>
              <a:off x="1485493" y="1168562"/>
              <a:ext cx="82800" cy="88200"/>
            </a:xfrm>
            <a:prstGeom prst="rtTriangl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878" name="Google Shape;25878;p39"/>
            <p:cNvCxnSpPr/>
            <p:nvPr/>
          </p:nvCxnSpPr>
          <p:spPr>
            <a:xfrm>
              <a:off x="1072388" y="1344070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79" name="Google Shape;25879;p39"/>
            <p:cNvCxnSpPr/>
            <p:nvPr/>
          </p:nvCxnSpPr>
          <p:spPr>
            <a:xfrm>
              <a:off x="1072388" y="1393878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80" name="Google Shape;25880;p39"/>
            <p:cNvCxnSpPr/>
            <p:nvPr/>
          </p:nvCxnSpPr>
          <p:spPr>
            <a:xfrm>
              <a:off x="1072388" y="1443687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81" name="Google Shape;25881;p39"/>
            <p:cNvCxnSpPr/>
            <p:nvPr/>
          </p:nvCxnSpPr>
          <p:spPr>
            <a:xfrm>
              <a:off x="1072388" y="1493495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82" name="Google Shape;25882;p39"/>
            <p:cNvCxnSpPr/>
            <p:nvPr/>
          </p:nvCxnSpPr>
          <p:spPr>
            <a:xfrm>
              <a:off x="1072388" y="1543303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83" name="Google Shape;25883;p39"/>
            <p:cNvCxnSpPr/>
            <p:nvPr/>
          </p:nvCxnSpPr>
          <p:spPr>
            <a:xfrm>
              <a:off x="1072388" y="1593112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84" name="Google Shape;25884;p39"/>
            <p:cNvCxnSpPr/>
            <p:nvPr/>
          </p:nvCxnSpPr>
          <p:spPr>
            <a:xfrm>
              <a:off x="1072388" y="1642920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85" name="Google Shape;25885;p39"/>
            <p:cNvCxnSpPr/>
            <p:nvPr/>
          </p:nvCxnSpPr>
          <p:spPr>
            <a:xfrm>
              <a:off x="1072388" y="1692728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86" name="Google Shape;25886;p39"/>
            <p:cNvCxnSpPr/>
            <p:nvPr/>
          </p:nvCxnSpPr>
          <p:spPr>
            <a:xfrm>
              <a:off x="1072388" y="1742537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87" name="Google Shape;25887;p39"/>
            <p:cNvCxnSpPr/>
            <p:nvPr/>
          </p:nvCxnSpPr>
          <p:spPr>
            <a:xfrm>
              <a:off x="1072388" y="1294262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888" name="Google Shape;25888;p39"/>
          <p:cNvGrpSpPr/>
          <p:nvPr/>
        </p:nvGrpSpPr>
        <p:grpSpPr>
          <a:xfrm>
            <a:off x="7501750" y="966062"/>
            <a:ext cx="551705" cy="676200"/>
            <a:chOff x="1016588" y="1168562"/>
            <a:chExt cx="551705" cy="676200"/>
          </a:xfrm>
        </p:grpSpPr>
        <p:sp>
          <p:nvSpPr>
            <p:cNvPr id="25889" name="Google Shape;25889;p39"/>
            <p:cNvSpPr/>
            <p:nvPr/>
          </p:nvSpPr>
          <p:spPr>
            <a:xfrm>
              <a:off x="1016588" y="1168562"/>
              <a:ext cx="551700" cy="676200"/>
            </a:xfrm>
            <a:prstGeom prst="snip1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0" name="Google Shape;25890;p39"/>
            <p:cNvSpPr/>
            <p:nvPr/>
          </p:nvSpPr>
          <p:spPr>
            <a:xfrm>
              <a:off x="1485493" y="1168562"/>
              <a:ext cx="82800" cy="88200"/>
            </a:xfrm>
            <a:prstGeom prst="rtTriangl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891" name="Google Shape;25891;p39"/>
            <p:cNvCxnSpPr/>
            <p:nvPr/>
          </p:nvCxnSpPr>
          <p:spPr>
            <a:xfrm>
              <a:off x="1072388" y="1344070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92" name="Google Shape;25892;p39"/>
            <p:cNvCxnSpPr/>
            <p:nvPr/>
          </p:nvCxnSpPr>
          <p:spPr>
            <a:xfrm>
              <a:off x="1072388" y="1393878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93" name="Google Shape;25893;p39"/>
            <p:cNvCxnSpPr/>
            <p:nvPr/>
          </p:nvCxnSpPr>
          <p:spPr>
            <a:xfrm>
              <a:off x="1072388" y="1443687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94" name="Google Shape;25894;p39"/>
            <p:cNvCxnSpPr/>
            <p:nvPr/>
          </p:nvCxnSpPr>
          <p:spPr>
            <a:xfrm>
              <a:off x="1072388" y="1493495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95" name="Google Shape;25895;p39"/>
            <p:cNvCxnSpPr/>
            <p:nvPr/>
          </p:nvCxnSpPr>
          <p:spPr>
            <a:xfrm>
              <a:off x="1072388" y="1543303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96" name="Google Shape;25896;p39"/>
            <p:cNvCxnSpPr/>
            <p:nvPr/>
          </p:nvCxnSpPr>
          <p:spPr>
            <a:xfrm>
              <a:off x="1072388" y="1593112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97" name="Google Shape;25897;p39"/>
            <p:cNvCxnSpPr/>
            <p:nvPr/>
          </p:nvCxnSpPr>
          <p:spPr>
            <a:xfrm>
              <a:off x="1072388" y="1642920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98" name="Google Shape;25898;p39"/>
            <p:cNvCxnSpPr/>
            <p:nvPr/>
          </p:nvCxnSpPr>
          <p:spPr>
            <a:xfrm>
              <a:off x="1072388" y="1692728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99" name="Google Shape;25899;p39"/>
            <p:cNvCxnSpPr/>
            <p:nvPr/>
          </p:nvCxnSpPr>
          <p:spPr>
            <a:xfrm>
              <a:off x="1072388" y="1742537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00" name="Google Shape;25900;p39"/>
            <p:cNvCxnSpPr/>
            <p:nvPr/>
          </p:nvCxnSpPr>
          <p:spPr>
            <a:xfrm>
              <a:off x="1072388" y="1294262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901" name="Google Shape;25901;p39"/>
          <p:cNvGrpSpPr/>
          <p:nvPr/>
        </p:nvGrpSpPr>
        <p:grpSpPr>
          <a:xfrm>
            <a:off x="7290375" y="1175887"/>
            <a:ext cx="551705" cy="676200"/>
            <a:chOff x="1016588" y="1168562"/>
            <a:chExt cx="551705" cy="676200"/>
          </a:xfrm>
        </p:grpSpPr>
        <p:sp>
          <p:nvSpPr>
            <p:cNvPr id="25902" name="Google Shape;25902;p39"/>
            <p:cNvSpPr/>
            <p:nvPr/>
          </p:nvSpPr>
          <p:spPr>
            <a:xfrm>
              <a:off x="1016588" y="1168562"/>
              <a:ext cx="551700" cy="676200"/>
            </a:xfrm>
            <a:prstGeom prst="snip1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3" name="Google Shape;25903;p39"/>
            <p:cNvSpPr/>
            <p:nvPr/>
          </p:nvSpPr>
          <p:spPr>
            <a:xfrm>
              <a:off x="1485493" y="1168562"/>
              <a:ext cx="82800" cy="88200"/>
            </a:xfrm>
            <a:prstGeom prst="rtTriangl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904" name="Google Shape;25904;p39"/>
            <p:cNvCxnSpPr/>
            <p:nvPr/>
          </p:nvCxnSpPr>
          <p:spPr>
            <a:xfrm>
              <a:off x="1072388" y="1344070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05" name="Google Shape;25905;p39"/>
            <p:cNvCxnSpPr/>
            <p:nvPr/>
          </p:nvCxnSpPr>
          <p:spPr>
            <a:xfrm>
              <a:off x="1072388" y="1393878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06" name="Google Shape;25906;p39"/>
            <p:cNvCxnSpPr/>
            <p:nvPr/>
          </p:nvCxnSpPr>
          <p:spPr>
            <a:xfrm>
              <a:off x="1072388" y="1443687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07" name="Google Shape;25907;p39"/>
            <p:cNvCxnSpPr/>
            <p:nvPr/>
          </p:nvCxnSpPr>
          <p:spPr>
            <a:xfrm>
              <a:off x="1072388" y="1493495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08" name="Google Shape;25908;p39"/>
            <p:cNvCxnSpPr/>
            <p:nvPr/>
          </p:nvCxnSpPr>
          <p:spPr>
            <a:xfrm>
              <a:off x="1072388" y="1543303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09" name="Google Shape;25909;p39"/>
            <p:cNvCxnSpPr/>
            <p:nvPr/>
          </p:nvCxnSpPr>
          <p:spPr>
            <a:xfrm>
              <a:off x="1072388" y="1593112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10" name="Google Shape;25910;p39"/>
            <p:cNvCxnSpPr/>
            <p:nvPr/>
          </p:nvCxnSpPr>
          <p:spPr>
            <a:xfrm>
              <a:off x="1072388" y="1642920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11" name="Google Shape;25911;p39"/>
            <p:cNvCxnSpPr/>
            <p:nvPr/>
          </p:nvCxnSpPr>
          <p:spPr>
            <a:xfrm>
              <a:off x="1072388" y="1692728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12" name="Google Shape;25912;p39"/>
            <p:cNvCxnSpPr/>
            <p:nvPr/>
          </p:nvCxnSpPr>
          <p:spPr>
            <a:xfrm>
              <a:off x="1072388" y="1742537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13" name="Google Shape;25913;p39"/>
            <p:cNvCxnSpPr/>
            <p:nvPr/>
          </p:nvCxnSpPr>
          <p:spPr>
            <a:xfrm>
              <a:off x="1072388" y="1294262"/>
              <a:ext cx="440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3372283-89B7-44F9-94D4-380C6C3F0A00}"/>
              </a:ext>
            </a:extLst>
          </p:cNvPr>
          <p:cNvSpPr txBox="1"/>
          <p:nvPr/>
        </p:nvSpPr>
        <p:spPr>
          <a:xfrm>
            <a:off x="297102" y="4606297"/>
            <a:ext cx="3961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CHANDRAMOULI HALDAR, SVU,12-01-2026 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AF3D-12FE-4AFC-A06B-F567B104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00"/>
                </a:solidFill>
              </a:rPr>
              <a:t>What is Web Development?</a:t>
            </a:r>
            <a:br>
              <a:rPr lang="en-IN" b="1" dirty="0">
                <a:solidFill>
                  <a:srgbClr val="000000"/>
                </a:solidFill>
              </a:rPr>
            </a:br>
            <a:endParaRPr lang="en-IN" dirty="0">
              <a:solidFill>
                <a:srgbClr val="0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7D98C4-3704-42E3-8420-DC368BDCD0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00"/>
                </a:solidFill>
              </a:rPr>
              <a:t>Web development is the process of creating and maintaining websites and web applications that run on the internet. The word </a:t>
            </a:r>
            <a:r>
              <a:rPr lang="en-US" sz="1800" b="1" dirty="0">
                <a:solidFill>
                  <a:srgbClr val="000000"/>
                </a:solidFill>
              </a:rPr>
              <a:t>“Web”</a:t>
            </a:r>
            <a:r>
              <a:rPr lang="en-US" sz="1800" dirty="0">
                <a:solidFill>
                  <a:srgbClr val="000000"/>
                </a:solidFill>
              </a:rPr>
              <a:t> refers to the World Wide Web, a collection of interconnected web pages accessed through browsers, while </a:t>
            </a:r>
            <a:r>
              <a:rPr lang="en-US" sz="1800" b="1" dirty="0">
                <a:solidFill>
                  <a:srgbClr val="000000"/>
                </a:solidFill>
              </a:rPr>
              <a:t>“Development”</a:t>
            </a:r>
            <a:r>
              <a:rPr lang="en-US" sz="1800" dirty="0">
                <a:solidFill>
                  <a:srgbClr val="000000"/>
                </a:solidFill>
              </a:rPr>
              <a:t> means building, designing, and maintaining these pages using web technologies.</a:t>
            </a:r>
          </a:p>
          <a:p>
            <a:endParaRPr lang="en-US" sz="1800" dirty="0">
              <a:solidFill>
                <a:srgbClr val="000000"/>
              </a:solidFill>
            </a:endParaRPr>
          </a:p>
          <a:p>
            <a:r>
              <a:rPr lang="en-US" sz="1800" dirty="0">
                <a:solidFill>
                  <a:srgbClr val="000000"/>
                </a:solidFill>
              </a:rPr>
              <a:t>A </a:t>
            </a:r>
            <a:r>
              <a:rPr lang="en-US" sz="1800" b="1" dirty="0">
                <a:solidFill>
                  <a:srgbClr val="000000"/>
                </a:solidFill>
              </a:rPr>
              <a:t>website</a:t>
            </a:r>
            <a:r>
              <a:rPr lang="en-US" sz="1800" dirty="0">
                <a:solidFill>
                  <a:srgbClr val="000000"/>
                </a:solidFill>
              </a:rPr>
              <a:t> is a collection of related web pages stored on a server and accessed through a unique address called a URL. Websites are needed to provide information, offer online services, promote businesses, support communication, and enable global access to content anytime and anywhere.</a:t>
            </a:r>
          </a:p>
          <a:p>
            <a:endParaRPr lang="en-IN" sz="1800" dirty="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88011B-63EF-4DBD-8C86-C565BD14F436}"/>
              </a:ext>
            </a:extLst>
          </p:cNvPr>
          <p:cNvSpPr txBox="1"/>
          <p:nvPr/>
        </p:nvSpPr>
        <p:spPr>
          <a:xfrm>
            <a:off x="297102" y="4606297"/>
            <a:ext cx="3961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CHANDRAMOULI HALDAR, SVU,12-01-2026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35330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What Are The 3 Types Of Web Development">
            <a:extLst>
              <a:ext uri="{FF2B5EF4-FFF2-40B4-BE49-F238E27FC236}">
                <a16:creationId xmlns:a16="http://schemas.microsoft.com/office/drawing/2014/main" id="{3CC66CB6-E340-4C20-863C-749750579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578" y="549984"/>
            <a:ext cx="6521479" cy="436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C6F805-5E1E-4EF1-A3DE-555A65AC1C07}"/>
              </a:ext>
            </a:extLst>
          </p:cNvPr>
          <p:cNvSpPr txBox="1"/>
          <p:nvPr/>
        </p:nvSpPr>
        <p:spPr>
          <a:xfrm>
            <a:off x="297102" y="4606297"/>
            <a:ext cx="3961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CHANDRAMOULI HALDAR, SVU,12-01-2026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21305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8" descr="frontend_vs_backend">
            <a:extLst>
              <a:ext uri="{FF2B5EF4-FFF2-40B4-BE49-F238E27FC236}">
                <a16:creationId xmlns:a16="http://schemas.microsoft.com/office/drawing/2014/main" id="{C49D0C22-AAAE-40AD-900C-34626AC03F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422275"/>
            <a:ext cx="9144000" cy="429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263A63-FBFB-4681-8F0E-8CB24DF14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16" y="848451"/>
            <a:ext cx="8236568" cy="38711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B0664F-88D9-46AD-B197-07226A28ABB3}"/>
              </a:ext>
            </a:extLst>
          </p:cNvPr>
          <p:cNvSpPr txBox="1"/>
          <p:nvPr/>
        </p:nvSpPr>
        <p:spPr>
          <a:xfrm>
            <a:off x="297102" y="4671613"/>
            <a:ext cx="3961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CHANDRAMOULI HALDAR, SVU,12-01-2026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10829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ull Stack Developer Course in Chandigarh">
            <a:extLst>
              <a:ext uri="{FF2B5EF4-FFF2-40B4-BE49-F238E27FC236}">
                <a16:creationId xmlns:a16="http://schemas.microsoft.com/office/drawing/2014/main" id="{F0A8E00B-5536-402A-9B0B-915AA3B481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" t="11405" r="-159" b="9727"/>
          <a:stretch/>
        </p:blipFill>
        <p:spPr bwMode="auto">
          <a:xfrm>
            <a:off x="1688020" y="577969"/>
            <a:ext cx="5825588" cy="4357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B75896-73B3-4520-869D-38D7F6AAB152}"/>
              </a:ext>
            </a:extLst>
          </p:cNvPr>
          <p:cNvSpPr txBox="1"/>
          <p:nvPr/>
        </p:nvSpPr>
        <p:spPr>
          <a:xfrm>
            <a:off x="297102" y="4606297"/>
            <a:ext cx="3961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CHANDRAMOULI HALDAR, SVU,12-01-2026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05902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36F60-A886-437B-B18D-D96BE9E4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Started with Frontend Dev.</a:t>
            </a:r>
            <a:endParaRPr lang="en-IN" dirty="0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612B8535-762E-41D1-ABFE-1F07B3B74D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63" y="0"/>
            <a:ext cx="913606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819FB3-FFA9-4F21-951C-B7102CF84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233" y="1185175"/>
            <a:ext cx="6244590" cy="3513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84C36A-AF03-4501-941F-3D338451A791}"/>
              </a:ext>
            </a:extLst>
          </p:cNvPr>
          <p:cNvSpPr txBox="1"/>
          <p:nvPr/>
        </p:nvSpPr>
        <p:spPr>
          <a:xfrm>
            <a:off x="297102" y="4617183"/>
            <a:ext cx="3961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CHANDRAMOULI HALDAR, SVU,12-01-2026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99848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04" name="Google Shape;26004;p43"/>
          <p:cNvGrpSpPr/>
          <p:nvPr/>
        </p:nvGrpSpPr>
        <p:grpSpPr>
          <a:xfrm>
            <a:off x="240875" y="204150"/>
            <a:ext cx="5622300" cy="4735200"/>
            <a:chOff x="240875" y="204150"/>
            <a:chExt cx="5622300" cy="4735200"/>
          </a:xfrm>
        </p:grpSpPr>
        <p:sp>
          <p:nvSpPr>
            <p:cNvPr id="26005" name="Google Shape;26005;p43"/>
            <p:cNvSpPr/>
            <p:nvPr/>
          </p:nvSpPr>
          <p:spPr>
            <a:xfrm>
              <a:off x="240875" y="204150"/>
              <a:ext cx="5615100" cy="4735200"/>
            </a:xfrm>
            <a:prstGeom prst="roundRect">
              <a:avLst>
                <a:gd name="adj" fmla="val 3441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006" name="Google Shape;26006;p43"/>
            <p:cNvCxnSpPr/>
            <p:nvPr/>
          </p:nvCxnSpPr>
          <p:spPr>
            <a:xfrm>
              <a:off x="240875" y="543800"/>
              <a:ext cx="5622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007" name="Google Shape;26007;p43"/>
          <p:cNvGrpSpPr/>
          <p:nvPr/>
        </p:nvGrpSpPr>
        <p:grpSpPr>
          <a:xfrm>
            <a:off x="378425" y="290500"/>
            <a:ext cx="810000" cy="195300"/>
            <a:chOff x="378425" y="290500"/>
            <a:chExt cx="810000" cy="195300"/>
          </a:xfrm>
        </p:grpSpPr>
        <p:sp>
          <p:nvSpPr>
            <p:cNvPr id="26008" name="Google Shape;26008;p43"/>
            <p:cNvSpPr/>
            <p:nvPr/>
          </p:nvSpPr>
          <p:spPr>
            <a:xfrm>
              <a:off x="37842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9" name="Google Shape;26009;p43"/>
            <p:cNvSpPr/>
            <p:nvPr/>
          </p:nvSpPr>
          <p:spPr>
            <a:xfrm>
              <a:off x="68307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0" name="Google Shape;26010;p43"/>
            <p:cNvSpPr/>
            <p:nvPr/>
          </p:nvSpPr>
          <p:spPr>
            <a:xfrm>
              <a:off x="98772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19" name="Google Shape;26019;p43"/>
          <p:cNvGrpSpPr/>
          <p:nvPr/>
        </p:nvGrpSpPr>
        <p:grpSpPr>
          <a:xfrm>
            <a:off x="5507250" y="2023563"/>
            <a:ext cx="2816700" cy="1465500"/>
            <a:chOff x="5376100" y="765750"/>
            <a:chExt cx="2816700" cy="1465500"/>
          </a:xfrm>
        </p:grpSpPr>
        <p:sp>
          <p:nvSpPr>
            <p:cNvPr id="26020" name="Google Shape;26020;p43"/>
            <p:cNvSpPr/>
            <p:nvPr/>
          </p:nvSpPr>
          <p:spPr>
            <a:xfrm>
              <a:off x="5376100" y="765750"/>
              <a:ext cx="2816700" cy="1465500"/>
            </a:xfrm>
            <a:prstGeom prst="roundRect">
              <a:avLst>
                <a:gd name="adj" fmla="val 4284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1" name="Google Shape;26021;p43"/>
            <p:cNvSpPr/>
            <p:nvPr/>
          </p:nvSpPr>
          <p:spPr>
            <a:xfrm>
              <a:off x="5376100" y="765750"/>
              <a:ext cx="2816700" cy="336900"/>
            </a:xfrm>
            <a:prstGeom prst="round2SameRect">
              <a:avLst>
                <a:gd name="adj1" fmla="val 10456"/>
                <a:gd name="adj2" fmla="val 0"/>
              </a:avLst>
            </a:pr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22" name="Google Shape;26022;p43"/>
          <p:cNvGrpSpPr/>
          <p:nvPr/>
        </p:nvGrpSpPr>
        <p:grpSpPr>
          <a:xfrm>
            <a:off x="5667575" y="1823488"/>
            <a:ext cx="2816700" cy="1465500"/>
            <a:chOff x="5376100" y="765750"/>
            <a:chExt cx="2816700" cy="1465500"/>
          </a:xfrm>
        </p:grpSpPr>
        <p:sp>
          <p:nvSpPr>
            <p:cNvPr id="26023" name="Google Shape;26023;p43"/>
            <p:cNvSpPr/>
            <p:nvPr/>
          </p:nvSpPr>
          <p:spPr>
            <a:xfrm>
              <a:off x="5376100" y="765750"/>
              <a:ext cx="2816700" cy="1465500"/>
            </a:xfrm>
            <a:prstGeom prst="roundRect">
              <a:avLst>
                <a:gd name="adj" fmla="val 4284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4" name="Google Shape;26024;p43"/>
            <p:cNvSpPr/>
            <p:nvPr/>
          </p:nvSpPr>
          <p:spPr>
            <a:xfrm>
              <a:off x="5376100" y="765750"/>
              <a:ext cx="2816700" cy="336900"/>
            </a:xfrm>
            <a:prstGeom prst="round2SameRect">
              <a:avLst>
                <a:gd name="adj1" fmla="val 10456"/>
                <a:gd name="adj2" fmla="val 0"/>
              </a:avLst>
            </a:pr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25" name="Google Shape;26025;p43"/>
          <p:cNvGrpSpPr/>
          <p:nvPr/>
        </p:nvGrpSpPr>
        <p:grpSpPr>
          <a:xfrm>
            <a:off x="5808500" y="1654438"/>
            <a:ext cx="2816700" cy="1465500"/>
            <a:chOff x="5808500" y="1654438"/>
            <a:chExt cx="2816700" cy="1465500"/>
          </a:xfrm>
        </p:grpSpPr>
        <p:grpSp>
          <p:nvGrpSpPr>
            <p:cNvPr id="26026" name="Google Shape;26026;p43"/>
            <p:cNvGrpSpPr/>
            <p:nvPr/>
          </p:nvGrpSpPr>
          <p:grpSpPr>
            <a:xfrm>
              <a:off x="5808500" y="1654438"/>
              <a:ext cx="2816700" cy="1465500"/>
              <a:chOff x="5376100" y="765750"/>
              <a:chExt cx="2816700" cy="1465500"/>
            </a:xfrm>
          </p:grpSpPr>
          <p:sp>
            <p:nvSpPr>
              <p:cNvPr id="26027" name="Google Shape;26027;p43"/>
              <p:cNvSpPr/>
              <p:nvPr/>
            </p:nvSpPr>
            <p:spPr>
              <a:xfrm>
                <a:off x="5376100" y="765750"/>
                <a:ext cx="2816700" cy="1465500"/>
              </a:xfrm>
              <a:prstGeom prst="roundRect">
                <a:avLst>
                  <a:gd name="adj" fmla="val 4284"/>
                </a:avLst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8" name="Google Shape;26028;p43"/>
              <p:cNvSpPr/>
              <p:nvPr/>
            </p:nvSpPr>
            <p:spPr>
              <a:xfrm>
                <a:off x="5376100" y="765750"/>
                <a:ext cx="2816700" cy="336900"/>
              </a:xfrm>
              <a:prstGeom prst="round2SameRect">
                <a:avLst>
                  <a:gd name="adj1" fmla="val 10456"/>
                  <a:gd name="adj2" fmla="val 0"/>
                </a:avLst>
              </a:prstGeom>
              <a:solidFill>
                <a:schemeClr val="accent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29" name="Google Shape;26029;p43"/>
            <p:cNvGrpSpPr/>
            <p:nvPr/>
          </p:nvGrpSpPr>
          <p:grpSpPr>
            <a:xfrm>
              <a:off x="7781821" y="1751488"/>
              <a:ext cx="550192" cy="142800"/>
              <a:chOff x="7781821" y="1751488"/>
              <a:chExt cx="550192" cy="142800"/>
            </a:xfrm>
          </p:grpSpPr>
          <p:sp>
            <p:nvSpPr>
              <p:cNvPr id="26030" name="Google Shape;26030;p43"/>
              <p:cNvSpPr/>
              <p:nvPr/>
            </p:nvSpPr>
            <p:spPr>
              <a:xfrm>
                <a:off x="7983580" y="1751488"/>
                <a:ext cx="146700" cy="142800"/>
              </a:xfrm>
              <a:prstGeom prst="roundRect">
                <a:avLst>
                  <a:gd name="adj" fmla="val 7198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1" name="Google Shape;26031;p43"/>
              <p:cNvSpPr/>
              <p:nvPr/>
            </p:nvSpPr>
            <p:spPr>
              <a:xfrm>
                <a:off x="8185313" y="1751488"/>
                <a:ext cx="146700" cy="142800"/>
              </a:xfrm>
              <a:prstGeom prst="roundRect">
                <a:avLst>
                  <a:gd name="adj" fmla="val 7198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2" name="Google Shape;26032;p43"/>
              <p:cNvSpPr/>
              <p:nvPr/>
            </p:nvSpPr>
            <p:spPr>
              <a:xfrm>
                <a:off x="7781821" y="1751488"/>
                <a:ext cx="146700" cy="142800"/>
              </a:xfrm>
              <a:prstGeom prst="roundRect">
                <a:avLst>
                  <a:gd name="adj" fmla="val 7198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033" name="Google Shape;26033;p43"/>
          <p:cNvSpPr txBox="1">
            <a:spLocks noGrp="1"/>
          </p:cNvSpPr>
          <p:nvPr>
            <p:ph type="title"/>
          </p:nvPr>
        </p:nvSpPr>
        <p:spPr>
          <a:xfrm>
            <a:off x="739125" y="2180475"/>
            <a:ext cx="3747900" cy="11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</a:rPr>
              <a:t>Hyper Text Markup Language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26034" name="Google Shape;26034;p43"/>
          <p:cNvSpPr txBox="1">
            <a:spLocks noGrp="1"/>
          </p:cNvSpPr>
          <p:nvPr>
            <p:ph type="title" idx="2"/>
          </p:nvPr>
        </p:nvSpPr>
        <p:spPr>
          <a:xfrm>
            <a:off x="861922" y="1223000"/>
            <a:ext cx="90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</a:rPr>
              <a:t>01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26035" name="Google Shape;26035;p43"/>
          <p:cNvSpPr txBox="1">
            <a:spLocks noGrp="1"/>
          </p:cNvSpPr>
          <p:nvPr>
            <p:ph type="subTitle" idx="1"/>
          </p:nvPr>
        </p:nvSpPr>
        <p:spPr>
          <a:xfrm>
            <a:off x="739125" y="3277571"/>
            <a:ext cx="3747900" cy="6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-The Importance of HTML: The Backbone of Every Web Page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26036" name="Google Shape;26036;p43"/>
          <p:cNvSpPr txBox="1">
            <a:spLocks noGrp="1"/>
          </p:cNvSpPr>
          <p:nvPr>
            <p:ph type="subTitle" idx="4294967295"/>
          </p:nvPr>
        </p:nvSpPr>
        <p:spPr>
          <a:xfrm>
            <a:off x="6102200" y="2161765"/>
            <a:ext cx="2229300" cy="34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Loading…</a:t>
            </a:r>
            <a:endParaRPr sz="1200">
              <a:solidFill>
                <a:srgbClr val="000000"/>
              </a:solidFill>
            </a:endParaRPr>
          </a:p>
        </p:txBody>
      </p:sp>
      <p:grpSp>
        <p:nvGrpSpPr>
          <p:cNvPr id="26037" name="Google Shape;26037;p43"/>
          <p:cNvGrpSpPr/>
          <p:nvPr/>
        </p:nvGrpSpPr>
        <p:grpSpPr>
          <a:xfrm>
            <a:off x="6960339" y="2224465"/>
            <a:ext cx="1273217" cy="223500"/>
            <a:chOff x="5755014" y="4165250"/>
            <a:chExt cx="1273217" cy="223500"/>
          </a:xfrm>
        </p:grpSpPr>
        <p:sp>
          <p:nvSpPr>
            <p:cNvPr id="26038" name="Google Shape;26038;p43"/>
            <p:cNvSpPr/>
            <p:nvPr/>
          </p:nvSpPr>
          <p:spPr>
            <a:xfrm>
              <a:off x="5755031" y="4165250"/>
              <a:ext cx="1273200" cy="223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9" name="Google Shape;26039;p43"/>
            <p:cNvSpPr/>
            <p:nvPr/>
          </p:nvSpPr>
          <p:spPr>
            <a:xfrm>
              <a:off x="5900375" y="4165261"/>
              <a:ext cx="78900" cy="2181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0" name="Google Shape;26040;p43"/>
            <p:cNvSpPr/>
            <p:nvPr/>
          </p:nvSpPr>
          <p:spPr>
            <a:xfrm>
              <a:off x="6070631" y="4165261"/>
              <a:ext cx="78900" cy="2181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1" name="Google Shape;26041;p43"/>
            <p:cNvSpPr/>
            <p:nvPr/>
          </p:nvSpPr>
          <p:spPr>
            <a:xfrm>
              <a:off x="6228431" y="4167932"/>
              <a:ext cx="78900" cy="2181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2" name="Google Shape;26042;p43"/>
            <p:cNvSpPr/>
            <p:nvPr/>
          </p:nvSpPr>
          <p:spPr>
            <a:xfrm>
              <a:off x="6386231" y="4165261"/>
              <a:ext cx="78900" cy="2181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3" name="Google Shape;26043;p43"/>
            <p:cNvSpPr/>
            <p:nvPr/>
          </p:nvSpPr>
          <p:spPr>
            <a:xfrm>
              <a:off x="6544031" y="4167932"/>
              <a:ext cx="78900" cy="2181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4" name="Google Shape;26044;p43"/>
            <p:cNvSpPr/>
            <p:nvPr/>
          </p:nvSpPr>
          <p:spPr>
            <a:xfrm>
              <a:off x="5755014" y="4167961"/>
              <a:ext cx="78900" cy="218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45" name="Google Shape;26045;p43"/>
          <p:cNvSpPr txBox="1">
            <a:spLocks noGrp="1"/>
          </p:cNvSpPr>
          <p:nvPr>
            <p:ph type="subTitle" idx="4294967295"/>
          </p:nvPr>
        </p:nvSpPr>
        <p:spPr>
          <a:xfrm>
            <a:off x="6744150" y="2607990"/>
            <a:ext cx="757500" cy="3489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Okay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6046" name="Google Shape;26046;p43"/>
          <p:cNvSpPr txBox="1">
            <a:spLocks noGrp="1"/>
          </p:cNvSpPr>
          <p:nvPr>
            <p:ph type="subTitle" idx="4294967295"/>
          </p:nvPr>
        </p:nvSpPr>
        <p:spPr>
          <a:xfrm>
            <a:off x="7574000" y="2607990"/>
            <a:ext cx="757500" cy="34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Hurry up</a:t>
            </a:r>
            <a:endParaRPr sz="1200">
              <a:solidFill>
                <a:srgbClr val="000000"/>
              </a:solidFill>
            </a:endParaRPr>
          </a:p>
        </p:txBody>
      </p:sp>
      <p:grpSp>
        <p:nvGrpSpPr>
          <p:cNvPr id="26011" name="Google Shape;26011;p43"/>
          <p:cNvGrpSpPr/>
          <p:nvPr/>
        </p:nvGrpSpPr>
        <p:grpSpPr>
          <a:xfrm>
            <a:off x="5140064" y="765750"/>
            <a:ext cx="3719450" cy="3612000"/>
            <a:chOff x="5124325" y="765750"/>
            <a:chExt cx="3719450" cy="3612000"/>
          </a:xfrm>
        </p:grpSpPr>
        <p:grpSp>
          <p:nvGrpSpPr>
            <p:cNvPr id="26012" name="Google Shape;26012;p43"/>
            <p:cNvGrpSpPr/>
            <p:nvPr/>
          </p:nvGrpSpPr>
          <p:grpSpPr>
            <a:xfrm>
              <a:off x="5124325" y="765750"/>
              <a:ext cx="3719450" cy="3612000"/>
              <a:chOff x="5124325" y="765750"/>
              <a:chExt cx="3719450" cy="3612000"/>
            </a:xfrm>
          </p:grpSpPr>
          <p:sp>
            <p:nvSpPr>
              <p:cNvPr id="26013" name="Google Shape;26013;p43"/>
              <p:cNvSpPr/>
              <p:nvPr/>
            </p:nvSpPr>
            <p:spPr>
              <a:xfrm>
                <a:off x="5124375" y="765750"/>
                <a:ext cx="3719400" cy="3612000"/>
              </a:xfrm>
              <a:prstGeom prst="roundRect">
                <a:avLst>
                  <a:gd name="adj" fmla="val 3138"/>
                </a:avLst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4" name="Google Shape;26014;p43"/>
              <p:cNvSpPr/>
              <p:nvPr/>
            </p:nvSpPr>
            <p:spPr>
              <a:xfrm>
                <a:off x="5124325" y="765750"/>
                <a:ext cx="3719400" cy="336900"/>
              </a:xfrm>
              <a:prstGeom prst="round2SameRect">
                <a:avLst>
                  <a:gd name="adj1" fmla="val 21831"/>
                  <a:gd name="adj2" fmla="val 0"/>
                </a:avLst>
              </a:prstGeom>
              <a:solidFill>
                <a:schemeClr val="accent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15" name="Google Shape;26015;p43"/>
            <p:cNvGrpSpPr/>
            <p:nvPr/>
          </p:nvGrpSpPr>
          <p:grpSpPr>
            <a:xfrm>
              <a:off x="7991685" y="836550"/>
              <a:ext cx="752500" cy="195300"/>
              <a:chOff x="7348260" y="836550"/>
              <a:chExt cx="752500" cy="195300"/>
            </a:xfrm>
          </p:grpSpPr>
          <p:sp>
            <p:nvSpPr>
              <p:cNvPr id="26016" name="Google Shape;26016;p43"/>
              <p:cNvSpPr/>
              <p:nvPr/>
            </p:nvSpPr>
            <p:spPr>
              <a:xfrm>
                <a:off x="7348260" y="836550"/>
                <a:ext cx="200700" cy="195300"/>
              </a:xfrm>
              <a:prstGeom prst="roundRect">
                <a:avLst>
                  <a:gd name="adj" fmla="val 7198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7" name="Google Shape;26017;p43"/>
              <p:cNvSpPr/>
              <p:nvPr/>
            </p:nvSpPr>
            <p:spPr>
              <a:xfrm>
                <a:off x="7624160" y="836550"/>
                <a:ext cx="200700" cy="195300"/>
              </a:xfrm>
              <a:prstGeom prst="roundRect">
                <a:avLst>
                  <a:gd name="adj" fmla="val 7198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8" name="Google Shape;26018;p43"/>
              <p:cNvSpPr/>
              <p:nvPr/>
            </p:nvSpPr>
            <p:spPr>
              <a:xfrm>
                <a:off x="7900060" y="836550"/>
                <a:ext cx="200700" cy="195300"/>
              </a:xfrm>
              <a:prstGeom prst="roundRect">
                <a:avLst>
                  <a:gd name="adj" fmla="val 7198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6024ECD3-E115-4498-827D-FD58EC5272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237" t="19377" r="63043" b="11457"/>
          <a:stretch/>
        </p:blipFill>
        <p:spPr>
          <a:xfrm>
            <a:off x="6119634" y="1480523"/>
            <a:ext cx="1793483" cy="2430025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3217EF3-729A-4138-A451-A5F47EDD969D}"/>
              </a:ext>
            </a:extLst>
          </p:cNvPr>
          <p:cNvSpPr txBox="1"/>
          <p:nvPr/>
        </p:nvSpPr>
        <p:spPr>
          <a:xfrm>
            <a:off x="297102" y="4606297"/>
            <a:ext cx="3961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CHANDRAMOULI HALDAR, SVU,12-01-2026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61336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C9803-83F0-4AC1-BB6F-CB4AE2E26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HTML</a:t>
            </a:r>
            <a:endParaRPr lang="en-IN" b="1" dirty="0">
              <a:solidFill>
                <a:srgbClr val="0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259B65-6691-41A1-8E7E-29764219A3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latin typeface="Spline Sans" panose="020B0604020202020204" charset="0"/>
              </a:rPr>
              <a:t>HTML is the backbone of every webpage. It’s the structure—the building blocks—that defines what your content looks like and how it’s organized.</a:t>
            </a:r>
          </a:p>
          <a:p>
            <a:endParaRPr lang="en-US" sz="2000" b="0" i="0" dirty="0">
              <a:solidFill>
                <a:srgbClr val="000000"/>
              </a:solidFill>
              <a:effectLst/>
              <a:latin typeface="Spline Sans" panose="020B0604020202020204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Spline Sans" panose="020B0604020202020204" charset="0"/>
              </a:rPr>
              <a:t>HyperText</a:t>
            </a:r>
            <a:r>
              <a:rPr lang="en-US" sz="2000" dirty="0">
                <a:solidFill>
                  <a:srgbClr val="000000"/>
                </a:solidFill>
                <a:latin typeface="Spline Sans" panose="020B0604020202020204" charset="0"/>
              </a:rPr>
              <a:t> refers to text that contains links, allowing users to navigate from one web page to another with a single click.</a:t>
            </a:r>
          </a:p>
          <a:p>
            <a:endParaRPr lang="en-US" sz="2000" dirty="0">
              <a:solidFill>
                <a:srgbClr val="000000"/>
              </a:solidFill>
              <a:latin typeface="Spline Sans" panose="020B0604020202020204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Spline Sans" panose="020B0604020202020204" charset="0"/>
              </a:rPr>
              <a:t>Markup Language </a:t>
            </a:r>
            <a:r>
              <a:rPr lang="en-US" sz="2000" dirty="0">
                <a:solidFill>
                  <a:srgbClr val="000000"/>
                </a:solidFill>
                <a:latin typeface="Spline Sans" panose="020B0604020202020204" charset="0"/>
              </a:rPr>
              <a:t>uses predefined tags to mark and describe elements within a document. These tags tell the browser how to display and organize contents.</a:t>
            </a:r>
            <a:endParaRPr lang="en-IN" sz="2000" dirty="0">
              <a:solidFill>
                <a:srgbClr val="000000"/>
              </a:solidFill>
              <a:latin typeface="Spline Sans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441EDA-4F07-4D58-9B1F-2A9CE6E59CD1}"/>
              </a:ext>
            </a:extLst>
          </p:cNvPr>
          <p:cNvSpPr txBox="1"/>
          <p:nvPr/>
        </p:nvSpPr>
        <p:spPr>
          <a:xfrm>
            <a:off x="297102" y="4606297"/>
            <a:ext cx="3961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CHANDRAMOULI HALDAR, SVU,12-01-2026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21518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04" name="Google Shape;26004;p43"/>
          <p:cNvGrpSpPr/>
          <p:nvPr/>
        </p:nvGrpSpPr>
        <p:grpSpPr>
          <a:xfrm>
            <a:off x="240875" y="204150"/>
            <a:ext cx="5622300" cy="4735200"/>
            <a:chOff x="240875" y="204150"/>
            <a:chExt cx="5622300" cy="4735200"/>
          </a:xfrm>
        </p:grpSpPr>
        <p:sp>
          <p:nvSpPr>
            <p:cNvPr id="26005" name="Google Shape;26005;p43"/>
            <p:cNvSpPr/>
            <p:nvPr/>
          </p:nvSpPr>
          <p:spPr>
            <a:xfrm>
              <a:off x="240875" y="204150"/>
              <a:ext cx="5615100" cy="4735200"/>
            </a:xfrm>
            <a:prstGeom prst="roundRect">
              <a:avLst>
                <a:gd name="adj" fmla="val 3441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006" name="Google Shape;26006;p43"/>
            <p:cNvCxnSpPr/>
            <p:nvPr/>
          </p:nvCxnSpPr>
          <p:spPr>
            <a:xfrm>
              <a:off x="240875" y="543800"/>
              <a:ext cx="5622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007" name="Google Shape;26007;p43"/>
          <p:cNvGrpSpPr/>
          <p:nvPr/>
        </p:nvGrpSpPr>
        <p:grpSpPr>
          <a:xfrm>
            <a:off x="378425" y="290500"/>
            <a:ext cx="810000" cy="195300"/>
            <a:chOff x="378425" y="290500"/>
            <a:chExt cx="810000" cy="195300"/>
          </a:xfrm>
        </p:grpSpPr>
        <p:sp>
          <p:nvSpPr>
            <p:cNvPr id="26008" name="Google Shape;26008;p43"/>
            <p:cNvSpPr/>
            <p:nvPr/>
          </p:nvSpPr>
          <p:spPr>
            <a:xfrm>
              <a:off x="37842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9" name="Google Shape;26009;p43"/>
            <p:cNvSpPr/>
            <p:nvPr/>
          </p:nvSpPr>
          <p:spPr>
            <a:xfrm>
              <a:off x="68307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0" name="Google Shape;26010;p43"/>
            <p:cNvSpPr/>
            <p:nvPr/>
          </p:nvSpPr>
          <p:spPr>
            <a:xfrm>
              <a:off x="98772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19" name="Google Shape;26019;p43"/>
          <p:cNvGrpSpPr/>
          <p:nvPr/>
        </p:nvGrpSpPr>
        <p:grpSpPr>
          <a:xfrm>
            <a:off x="5507250" y="2023563"/>
            <a:ext cx="2816700" cy="1465500"/>
            <a:chOff x="5376100" y="765750"/>
            <a:chExt cx="2816700" cy="1465500"/>
          </a:xfrm>
        </p:grpSpPr>
        <p:sp>
          <p:nvSpPr>
            <p:cNvPr id="26020" name="Google Shape;26020;p43"/>
            <p:cNvSpPr/>
            <p:nvPr/>
          </p:nvSpPr>
          <p:spPr>
            <a:xfrm>
              <a:off x="5376100" y="765750"/>
              <a:ext cx="2816700" cy="1465500"/>
            </a:xfrm>
            <a:prstGeom prst="roundRect">
              <a:avLst>
                <a:gd name="adj" fmla="val 4284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1" name="Google Shape;26021;p43"/>
            <p:cNvSpPr/>
            <p:nvPr/>
          </p:nvSpPr>
          <p:spPr>
            <a:xfrm>
              <a:off x="5376100" y="765750"/>
              <a:ext cx="2816700" cy="336900"/>
            </a:xfrm>
            <a:prstGeom prst="round2SameRect">
              <a:avLst>
                <a:gd name="adj1" fmla="val 10456"/>
                <a:gd name="adj2" fmla="val 0"/>
              </a:avLst>
            </a:pr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22" name="Google Shape;26022;p43"/>
          <p:cNvGrpSpPr/>
          <p:nvPr/>
        </p:nvGrpSpPr>
        <p:grpSpPr>
          <a:xfrm>
            <a:off x="5667575" y="1823488"/>
            <a:ext cx="2816700" cy="1465500"/>
            <a:chOff x="5376100" y="765750"/>
            <a:chExt cx="2816700" cy="1465500"/>
          </a:xfrm>
        </p:grpSpPr>
        <p:sp>
          <p:nvSpPr>
            <p:cNvPr id="26023" name="Google Shape;26023;p43"/>
            <p:cNvSpPr/>
            <p:nvPr/>
          </p:nvSpPr>
          <p:spPr>
            <a:xfrm>
              <a:off x="5376100" y="765750"/>
              <a:ext cx="2816700" cy="1465500"/>
            </a:xfrm>
            <a:prstGeom prst="roundRect">
              <a:avLst>
                <a:gd name="adj" fmla="val 4284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4" name="Google Shape;26024;p43"/>
            <p:cNvSpPr/>
            <p:nvPr/>
          </p:nvSpPr>
          <p:spPr>
            <a:xfrm>
              <a:off x="5376100" y="765750"/>
              <a:ext cx="2816700" cy="336900"/>
            </a:xfrm>
            <a:prstGeom prst="round2SameRect">
              <a:avLst>
                <a:gd name="adj1" fmla="val 10456"/>
                <a:gd name="adj2" fmla="val 0"/>
              </a:avLst>
            </a:pr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25" name="Google Shape;26025;p43"/>
          <p:cNvGrpSpPr/>
          <p:nvPr/>
        </p:nvGrpSpPr>
        <p:grpSpPr>
          <a:xfrm>
            <a:off x="5808500" y="1654438"/>
            <a:ext cx="2816700" cy="1465500"/>
            <a:chOff x="5808500" y="1654438"/>
            <a:chExt cx="2816700" cy="1465500"/>
          </a:xfrm>
        </p:grpSpPr>
        <p:grpSp>
          <p:nvGrpSpPr>
            <p:cNvPr id="26026" name="Google Shape;26026;p43"/>
            <p:cNvGrpSpPr/>
            <p:nvPr/>
          </p:nvGrpSpPr>
          <p:grpSpPr>
            <a:xfrm>
              <a:off x="5808500" y="1654438"/>
              <a:ext cx="2816700" cy="1465500"/>
              <a:chOff x="5376100" y="765750"/>
              <a:chExt cx="2816700" cy="1465500"/>
            </a:xfrm>
          </p:grpSpPr>
          <p:sp>
            <p:nvSpPr>
              <p:cNvPr id="26027" name="Google Shape;26027;p43"/>
              <p:cNvSpPr/>
              <p:nvPr/>
            </p:nvSpPr>
            <p:spPr>
              <a:xfrm>
                <a:off x="5376100" y="765750"/>
                <a:ext cx="2816700" cy="1465500"/>
              </a:xfrm>
              <a:prstGeom prst="roundRect">
                <a:avLst>
                  <a:gd name="adj" fmla="val 4284"/>
                </a:avLst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8" name="Google Shape;26028;p43"/>
              <p:cNvSpPr/>
              <p:nvPr/>
            </p:nvSpPr>
            <p:spPr>
              <a:xfrm>
                <a:off x="5376100" y="765750"/>
                <a:ext cx="2816700" cy="336900"/>
              </a:xfrm>
              <a:prstGeom prst="round2SameRect">
                <a:avLst>
                  <a:gd name="adj1" fmla="val 10456"/>
                  <a:gd name="adj2" fmla="val 0"/>
                </a:avLst>
              </a:prstGeom>
              <a:solidFill>
                <a:schemeClr val="accent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29" name="Google Shape;26029;p43"/>
            <p:cNvGrpSpPr/>
            <p:nvPr/>
          </p:nvGrpSpPr>
          <p:grpSpPr>
            <a:xfrm>
              <a:off x="7781821" y="1751488"/>
              <a:ext cx="550192" cy="142800"/>
              <a:chOff x="7781821" y="1751488"/>
              <a:chExt cx="550192" cy="142800"/>
            </a:xfrm>
          </p:grpSpPr>
          <p:sp>
            <p:nvSpPr>
              <p:cNvPr id="26030" name="Google Shape;26030;p43"/>
              <p:cNvSpPr/>
              <p:nvPr/>
            </p:nvSpPr>
            <p:spPr>
              <a:xfrm>
                <a:off x="7983580" y="1751488"/>
                <a:ext cx="146700" cy="142800"/>
              </a:xfrm>
              <a:prstGeom prst="roundRect">
                <a:avLst>
                  <a:gd name="adj" fmla="val 7198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1" name="Google Shape;26031;p43"/>
              <p:cNvSpPr/>
              <p:nvPr/>
            </p:nvSpPr>
            <p:spPr>
              <a:xfrm>
                <a:off x="8185313" y="1751488"/>
                <a:ext cx="146700" cy="142800"/>
              </a:xfrm>
              <a:prstGeom prst="roundRect">
                <a:avLst>
                  <a:gd name="adj" fmla="val 7198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2" name="Google Shape;26032;p43"/>
              <p:cNvSpPr/>
              <p:nvPr/>
            </p:nvSpPr>
            <p:spPr>
              <a:xfrm>
                <a:off x="7781821" y="1751488"/>
                <a:ext cx="146700" cy="142800"/>
              </a:xfrm>
              <a:prstGeom prst="roundRect">
                <a:avLst>
                  <a:gd name="adj" fmla="val 7198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033" name="Google Shape;26033;p43"/>
          <p:cNvSpPr txBox="1">
            <a:spLocks noGrp="1"/>
          </p:cNvSpPr>
          <p:nvPr>
            <p:ph type="title"/>
          </p:nvPr>
        </p:nvSpPr>
        <p:spPr>
          <a:xfrm>
            <a:off x="739125" y="2180475"/>
            <a:ext cx="3747900" cy="11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000000"/>
                </a:solidFill>
              </a:rPr>
              <a:t>Cascading Style Sheets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26034" name="Google Shape;26034;p43"/>
          <p:cNvSpPr txBox="1">
            <a:spLocks noGrp="1"/>
          </p:cNvSpPr>
          <p:nvPr>
            <p:ph type="title" idx="2"/>
          </p:nvPr>
        </p:nvSpPr>
        <p:spPr>
          <a:xfrm>
            <a:off x="861922" y="1223000"/>
            <a:ext cx="90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</a:rPr>
              <a:t>02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26035" name="Google Shape;26035;p43"/>
          <p:cNvSpPr txBox="1">
            <a:spLocks noGrp="1"/>
          </p:cNvSpPr>
          <p:nvPr>
            <p:ph type="subTitle" idx="1"/>
          </p:nvPr>
        </p:nvSpPr>
        <p:spPr>
          <a:xfrm>
            <a:off x="739125" y="3277571"/>
            <a:ext cx="3747900" cy="6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-The Importance of CSS: The Makeup of Every Web Page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6036" name="Google Shape;26036;p43"/>
          <p:cNvSpPr txBox="1">
            <a:spLocks noGrp="1"/>
          </p:cNvSpPr>
          <p:nvPr>
            <p:ph type="subTitle" idx="4294967295"/>
          </p:nvPr>
        </p:nvSpPr>
        <p:spPr>
          <a:xfrm>
            <a:off x="6102200" y="2161765"/>
            <a:ext cx="2229300" cy="34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Loading…</a:t>
            </a:r>
            <a:endParaRPr sz="1200">
              <a:solidFill>
                <a:srgbClr val="000000"/>
              </a:solidFill>
            </a:endParaRPr>
          </a:p>
        </p:txBody>
      </p:sp>
      <p:grpSp>
        <p:nvGrpSpPr>
          <p:cNvPr id="26037" name="Google Shape;26037;p43"/>
          <p:cNvGrpSpPr/>
          <p:nvPr/>
        </p:nvGrpSpPr>
        <p:grpSpPr>
          <a:xfrm>
            <a:off x="6960339" y="2224465"/>
            <a:ext cx="1273217" cy="223500"/>
            <a:chOff x="5755014" y="4165250"/>
            <a:chExt cx="1273217" cy="223500"/>
          </a:xfrm>
        </p:grpSpPr>
        <p:sp>
          <p:nvSpPr>
            <p:cNvPr id="26038" name="Google Shape;26038;p43"/>
            <p:cNvSpPr/>
            <p:nvPr/>
          </p:nvSpPr>
          <p:spPr>
            <a:xfrm>
              <a:off x="5755031" y="4165250"/>
              <a:ext cx="1273200" cy="223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9" name="Google Shape;26039;p43"/>
            <p:cNvSpPr/>
            <p:nvPr/>
          </p:nvSpPr>
          <p:spPr>
            <a:xfrm>
              <a:off x="5900375" y="4165261"/>
              <a:ext cx="78900" cy="2181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0" name="Google Shape;26040;p43"/>
            <p:cNvSpPr/>
            <p:nvPr/>
          </p:nvSpPr>
          <p:spPr>
            <a:xfrm>
              <a:off x="6070631" y="4165261"/>
              <a:ext cx="78900" cy="2181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1" name="Google Shape;26041;p43"/>
            <p:cNvSpPr/>
            <p:nvPr/>
          </p:nvSpPr>
          <p:spPr>
            <a:xfrm>
              <a:off x="6228431" y="4167932"/>
              <a:ext cx="78900" cy="2181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2" name="Google Shape;26042;p43"/>
            <p:cNvSpPr/>
            <p:nvPr/>
          </p:nvSpPr>
          <p:spPr>
            <a:xfrm>
              <a:off x="6386231" y="4165261"/>
              <a:ext cx="78900" cy="2181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3" name="Google Shape;26043;p43"/>
            <p:cNvSpPr/>
            <p:nvPr/>
          </p:nvSpPr>
          <p:spPr>
            <a:xfrm>
              <a:off x="6544031" y="4167932"/>
              <a:ext cx="78900" cy="2181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4" name="Google Shape;26044;p43"/>
            <p:cNvSpPr/>
            <p:nvPr/>
          </p:nvSpPr>
          <p:spPr>
            <a:xfrm>
              <a:off x="5755014" y="4167961"/>
              <a:ext cx="78900" cy="218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45" name="Google Shape;26045;p43"/>
          <p:cNvSpPr txBox="1">
            <a:spLocks noGrp="1"/>
          </p:cNvSpPr>
          <p:nvPr>
            <p:ph type="subTitle" idx="4294967295"/>
          </p:nvPr>
        </p:nvSpPr>
        <p:spPr>
          <a:xfrm>
            <a:off x="6744150" y="2607990"/>
            <a:ext cx="757500" cy="3489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Okay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6046" name="Google Shape;26046;p43"/>
          <p:cNvSpPr txBox="1">
            <a:spLocks noGrp="1"/>
          </p:cNvSpPr>
          <p:nvPr>
            <p:ph type="subTitle" idx="4294967295"/>
          </p:nvPr>
        </p:nvSpPr>
        <p:spPr>
          <a:xfrm>
            <a:off x="7574000" y="2607990"/>
            <a:ext cx="757500" cy="34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</a:rPr>
              <a:t>Hurry up</a:t>
            </a:r>
            <a:endParaRPr sz="1200" dirty="0">
              <a:solidFill>
                <a:srgbClr val="000000"/>
              </a:solidFill>
            </a:endParaRPr>
          </a:p>
        </p:txBody>
      </p:sp>
      <p:grpSp>
        <p:nvGrpSpPr>
          <p:cNvPr id="26011" name="Google Shape;26011;p43"/>
          <p:cNvGrpSpPr/>
          <p:nvPr/>
        </p:nvGrpSpPr>
        <p:grpSpPr>
          <a:xfrm>
            <a:off x="5124325" y="765750"/>
            <a:ext cx="3719450" cy="3612000"/>
            <a:chOff x="5124325" y="765750"/>
            <a:chExt cx="3719450" cy="3612000"/>
          </a:xfrm>
        </p:grpSpPr>
        <p:grpSp>
          <p:nvGrpSpPr>
            <p:cNvPr id="26012" name="Google Shape;26012;p43"/>
            <p:cNvGrpSpPr/>
            <p:nvPr/>
          </p:nvGrpSpPr>
          <p:grpSpPr>
            <a:xfrm>
              <a:off x="5124325" y="765750"/>
              <a:ext cx="3719450" cy="3612000"/>
              <a:chOff x="5124325" y="765750"/>
              <a:chExt cx="3719450" cy="3612000"/>
            </a:xfrm>
          </p:grpSpPr>
          <p:sp>
            <p:nvSpPr>
              <p:cNvPr id="26013" name="Google Shape;26013;p43"/>
              <p:cNvSpPr/>
              <p:nvPr/>
            </p:nvSpPr>
            <p:spPr>
              <a:xfrm>
                <a:off x="5124375" y="765750"/>
                <a:ext cx="3719400" cy="3612000"/>
              </a:xfrm>
              <a:prstGeom prst="roundRect">
                <a:avLst>
                  <a:gd name="adj" fmla="val 3138"/>
                </a:avLst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4" name="Google Shape;26014;p43"/>
              <p:cNvSpPr/>
              <p:nvPr/>
            </p:nvSpPr>
            <p:spPr>
              <a:xfrm>
                <a:off x="5124325" y="765750"/>
                <a:ext cx="3719400" cy="336900"/>
              </a:xfrm>
              <a:prstGeom prst="round2SameRect">
                <a:avLst>
                  <a:gd name="adj1" fmla="val 21831"/>
                  <a:gd name="adj2" fmla="val 0"/>
                </a:avLst>
              </a:prstGeom>
              <a:solidFill>
                <a:schemeClr val="accent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15" name="Google Shape;26015;p43"/>
            <p:cNvGrpSpPr/>
            <p:nvPr/>
          </p:nvGrpSpPr>
          <p:grpSpPr>
            <a:xfrm>
              <a:off x="7991685" y="836550"/>
              <a:ext cx="752500" cy="195300"/>
              <a:chOff x="7348260" y="836550"/>
              <a:chExt cx="752500" cy="195300"/>
            </a:xfrm>
          </p:grpSpPr>
          <p:sp>
            <p:nvSpPr>
              <p:cNvPr id="26016" name="Google Shape;26016;p43"/>
              <p:cNvSpPr/>
              <p:nvPr/>
            </p:nvSpPr>
            <p:spPr>
              <a:xfrm>
                <a:off x="7348260" y="836550"/>
                <a:ext cx="200700" cy="195300"/>
              </a:xfrm>
              <a:prstGeom prst="roundRect">
                <a:avLst>
                  <a:gd name="adj" fmla="val 7198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7" name="Google Shape;26017;p43"/>
              <p:cNvSpPr/>
              <p:nvPr/>
            </p:nvSpPr>
            <p:spPr>
              <a:xfrm>
                <a:off x="7624160" y="836550"/>
                <a:ext cx="200700" cy="195300"/>
              </a:xfrm>
              <a:prstGeom prst="roundRect">
                <a:avLst>
                  <a:gd name="adj" fmla="val 7198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8" name="Google Shape;26018;p43"/>
              <p:cNvSpPr/>
              <p:nvPr/>
            </p:nvSpPr>
            <p:spPr>
              <a:xfrm>
                <a:off x="7900060" y="836550"/>
                <a:ext cx="200700" cy="195300"/>
              </a:xfrm>
              <a:prstGeom prst="roundRect">
                <a:avLst>
                  <a:gd name="adj" fmla="val 7198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B13FD6EC-660F-4E24-9550-7A595D278E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254" t="21290" r="34026" b="9544"/>
          <a:stretch/>
        </p:blipFill>
        <p:spPr>
          <a:xfrm>
            <a:off x="6119634" y="1480523"/>
            <a:ext cx="1793483" cy="2430025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DBD1ECA1-314C-4E5A-B7F1-66F484960C91}"/>
              </a:ext>
            </a:extLst>
          </p:cNvPr>
          <p:cNvSpPr txBox="1"/>
          <p:nvPr/>
        </p:nvSpPr>
        <p:spPr>
          <a:xfrm>
            <a:off x="297102" y="4606297"/>
            <a:ext cx="3961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CHANDRAMOULI HALDAR, SVU,12-01-2026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02267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6758A-0EDF-4D2B-9727-6507B369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CSS</a:t>
            </a:r>
            <a:endParaRPr lang="en-IN" b="1" dirty="0">
              <a:solidFill>
                <a:srgbClr val="0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54004-68A9-47FB-9657-2C0102264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latin typeface="Spline Sans" panose="020B0604020202020204" charset="0"/>
              </a:rPr>
              <a:t>While HTML is responsible for the structure of a webpage, CSS controls the visual appearance—how things look.</a:t>
            </a:r>
          </a:p>
          <a:p>
            <a:endParaRPr lang="en-US" sz="2000" b="0" i="0" dirty="0">
              <a:solidFill>
                <a:srgbClr val="000000"/>
              </a:solidFill>
              <a:effectLst/>
              <a:latin typeface="Spline Sans" panose="020B0604020202020204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Spline Sans" panose="020B0604020202020204" charset="0"/>
              </a:rPr>
              <a:t>Cascading</a:t>
            </a:r>
            <a:r>
              <a:rPr lang="en-US" sz="2000" dirty="0">
                <a:solidFill>
                  <a:srgbClr val="000000"/>
                </a:solidFill>
                <a:latin typeface="Spline Sans" panose="020B0604020202020204" charset="0"/>
              </a:rPr>
              <a:t> means priority and order of styles, Multiple CSS rules can apply to the same element browser decides which style to apply based on parameters.</a:t>
            </a:r>
          </a:p>
          <a:p>
            <a:pPr marL="139700" indent="0">
              <a:buNone/>
            </a:pPr>
            <a:endParaRPr lang="en-US" sz="2000" dirty="0">
              <a:solidFill>
                <a:srgbClr val="000000"/>
              </a:solidFill>
              <a:latin typeface="Spline Sans" panose="020B0604020202020204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Spline Sans" panose="020B0604020202020204" charset="0"/>
              </a:rPr>
              <a:t>Style Sheet </a:t>
            </a:r>
            <a:r>
              <a:rPr lang="en-US" sz="2000" dirty="0">
                <a:solidFill>
                  <a:srgbClr val="000000"/>
                </a:solidFill>
                <a:latin typeface="Spline Sans" panose="020B0604020202020204" charset="0"/>
              </a:rPr>
              <a:t>is a file that contains CSS rules, These rules define how HTML elements should look</a:t>
            </a:r>
            <a:endParaRPr lang="en-IN" sz="2000" dirty="0">
              <a:solidFill>
                <a:srgbClr val="000000"/>
              </a:solidFill>
              <a:latin typeface="Spline Sans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D04556-29F8-4ACF-9232-5F23DC950379}"/>
              </a:ext>
            </a:extLst>
          </p:cNvPr>
          <p:cNvSpPr txBox="1"/>
          <p:nvPr/>
        </p:nvSpPr>
        <p:spPr>
          <a:xfrm>
            <a:off x="297102" y="4606297"/>
            <a:ext cx="3961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CHANDRAMOULI HALDAR, SVU,12-01-2026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53272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04" name="Google Shape;26004;p43"/>
          <p:cNvGrpSpPr/>
          <p:nvPr/>
        </p:nvGrpSpPr>
        <p:grpSpPr>
          <a:xfrm>
            <a:off x="240875" y="204150"/>
            <a:ext cx="5622300" cy="4735200"/>
            <a:chOff x="240875" y="204150"/>
            <a:chExt cx="5622300" cy="4735200"/>
          </a:xfrm>
        </p:grpSpPr>
        <p:sp>
          <p:nvSpPr>
            <p:cNvPr id="26005" name="Google Shape;26005;p43"/>
            <p:cNvSpPr/>
            <p:nvPr/>
          </p:nvSpPr>
          <p:spPr>
            <a:xfrm>
              <a:off x="240875" y="204150"/>
              <a:ext cx="5615100" cy="4735200"/>
            </a:xfrm>
            <a:prstGeom prst="roundRect">
              <a:avLst>
                <a:gd name="adj" fmla="val 3441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006" name="Google Shape;26006;p43"/>
            <p:cNvCxnSpPr/>
            <p:nvPr/>
          </p:nvCxnSpPr>
          <p:spPr>
            <a:xfrm>
              <a:off x="240875" y="543800"/>
              <a:ext cx="5622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007" name="Google Shape;26007;p43"/>
          <p:cNvGrpSpPr/>
          <p:nvPr/>
        </p:nvGrpSpPr>
        <p:grpSpPr>
          <a:xfrm>
            <a:off x="378425" y="290500"/>
            <a:ext cx="810000" cy="195300"/>
            <a:chOff x="378425" y="290500"/>
            <a:chExt cx="810000" cy="195300"/>
          </a:xfrm>
        </p:grpSpPr>
        <p:sp>
          <p:nvSpPr>
            <p:cNvPr id="26008" name="Google Shape;26008;p43"/>
            <p:cNvSpPr/>
            <p:nvPr/>
          </p:nvSpPr>
          <p:spPr>
            <a:xfrm>
              <a:off x="37842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9" name="Google Shape;26009;p43"/>
            <p:cNvSpPr/>
            <p:nvPr/>
          </p:nvSpPr>
          <p:spPr>
            <a:xfrm>
              <a:off x="68307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0" name="Google Shape;26010;p43"/>
            <p:cNvSpPr/>
            <p:nvPr/>
          </p:nvSpPr>
          <p:spPr>
            <a:xfrm>
              <a:off x="987725" y="290500"/>
              <a:ext cx="200700" cy="195300"/>
            </a:xfrm>
            <a:prstGeom prst="roundRect">
              <a:avLst>
                <a:gd name="adj" fmla="val 7198"/>
              </a:avLst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19" name="Google Shape;26019;p43"/>
          <p:cNvGrpSpPr/>
          <p:nvPr/>
        </p:nvGrpSpPr>
        <p:grpSpPr>
          <a:xfrm>
            <a:off x="5507250" y="2023563"/>
            <a:ext cx="2816700" cy="1465500"/>
            <a:chOff x="5376100" y="765750"/>
            <a:chExt cx="2816700" cy="1465500"/>
          </a:xfrm>
        </p:grpSpPr>
        <p:sp>
          <p:nvSpPr>
            <p:cNvPr id="26020" name="Google Shape;26020;p43"/>
            <p:cNvSpPr/>
            <p:nvPr/>
          </p:nvSpPr>
          <p:spPr>
            <a:xfrm>
              <a:off x="5376100" y="765750"/>
              <a:ext cx="2816700" cy="1465500"/>
            </a:xfrm>
            <a:prstGeom prst="roundRect">
              <a:avLst>
                <a:gd name="adj" fmla="val 4284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1" name="Google Shape;26021;p43"/>
            <p:cNvSpPr/>
            <p:nvPr/>
          </p:nvSpPr>
          <p:spPr>
            <a:xfrm>
              <a:off x="5376100" y="765750"/>
              <a:ext cx="2816700" cy="336900"/>
            </a:xfrm>
            <a:prstGeom prst="round2SameRect">
              <a:avLst>
                <a:gd name="adj1" fmla="val 10456"/>
                <a:gd name="adj2" fmla="val 0"/>
              </a:avLst>
            </a:pr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22" name="Google Shape;26022;p43"/>
          <p:cNvGrpSpPr/>
          <p:nvPr/>
        </p:nvGrpSpPr>
        <p:grpSpPr>
          <a:xfrm>
            <a:off x="5667575" y="1823488"/>
            <a:ext cx="2816700" cy="1465500"/>
            <a:chOff x="5376100" y="765750"/>
            <a:chExt cx="2816700" cy="1465500"/>
          </a:xfrm>
        </p:grpSpPr>
        <p:sp>
          <p:nvSpPr>
            <p:cNvPr id="26023" name="Google Shape;26023;p43"/>
            <p:cNvSpPr/>
            <p:nvPr/>
          </p:nvSpPr>
          <p:spPr>
            <a:xfrm>
              <a:off x="5376100" y="765750"/>
              <a:ext cx="2816700" cy="1465500"/>
            </a:xfrm>
            <a:prstGeom prst="roundRect">
              <a:avLst>
                <a:gd name="adj" fmla="val 4284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4" name="Google Shape;26024;p43"/>
            <p:cNvSpPr/>
            <p:nvPr/>
          </p:nvSpPr>
          <p:spPr>
            <a:xfrm>
              <a:off x="5376100" y="765750"/>
              <a:ext cx="2816700" cy="336900"/>
            </a:xfrm>
            <a:prstGeom prst="round2SameRect">
              <a:avLst>
                <a:gd name="adj1" fmla="val 10456"/>
                <a:gd name="adj2" fmla="val 0"/>
              </a:avLst>
            </a:pr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25" name="Google Shape;26025;p43"/>
          <p:cNvGrpSpPr/>
          <p:nvPr/>
        </p:nvGrpSpPr>
        <p:grpSpPr>
          <a:xfrm>
            <a:off x="5808500" y="1654438"/>
            <a:ext cx="2816700" cy="1465500"/>
            <a:chOff x="5808500" y="1654438"/>
            <a:chExt cx="2816700" cy="1465500"/>
          </a:xfrm>
        </p:grpSpPr>
        <p:grpSp>
          <p:nvGrpSpPr>
            <p:cNvPr id="26026" name="Google Shape;26026;p43"/>
            <p:cNvGrpSpPr/>
            <p:nvPr/>
          </p:nvGrpSpPr>
          <p:grpSpPr>
            <a:xfrm>
              <a:off x="5808500" y="1654438"/>
              <a:ext cx="2816700" cy="1465500"/>
              <a:chOff x="5376100" y="765750"/>
              <a:chExt cx="2816700" cy="1465500"/>
            </a:xfrm>
          </p:grpSpPr>
          <p:sp>
            <p:nvSpPr>
              <p:cNvPr id="26027" name="Google Shape;26027;p43"/>
              <p:cNvSpPr/>
              <p:nvPr/>
            </p:nvSpPr>
            <p:spPr>
              <a:xfrm>
                <a:off x="5376100" y="765750"/>
                <a:ext cx="2816700" cy="1465500"/>
              </a:xfrm>
              <a:prstGeom prst="roundRect">
                <a:avLst>
                  <a:gd name="adj" fmla="val 4284"/>
                </a:avLst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8" name="Google Shape;26028;p43"/>
              <p:cNvSpPr/>
              <p:nvPr/>
            </p:nvSpPr>
            <p:spPr>
              <a:xfrm>
                <a:off x="5376100" y="765750"/>
                <a:ext cx="2816700" cy="336900"/>
              </a:xfrm>
              <a:prstGeom prst="round2SameRect">
                <a:avLst>
                  <a:gd name="adj1" fmla="val 10456"/>
                  <a:gd name="adj2" fmla="val 0"/>
                </a:avLst>
              </a:prstGeom>
              <a:solidFill>
                <a:schemeClr val="accent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29" name="Google Shape;26029;p43"/>
            <p:cNvGrpSpPr/>
            <p:nvPr/>
          </p:nvGrpSpPr>
          <p:grpSpPr>
            <a:xfrm>
              <a:off x="7781821" y="1751488"/>
              <a:ext cx="550192" cy="142800"/>
              <a:chOff x="7781821" y="1751488"/>
              <a:chExt cx="550192" cy="142800"/>
            </a:xfrm>
          </p:grpSpPr>
          <p:sp>
            <p:nvSpPr>
              <p:cNvPr id="26030" name="Google Shape;26030;p43"/>
              <p:cNvSpPr/>
              <p:nvPr/>
            </p:nvSpPr>
            <p:spPr>
              <a:xfrm>
                <a:off x="7983580" y="1751488"/>
                <a:ext cx="146700" cy="142800"/>
              </a:xfrm>
              <a:prstGeom prst="roundRect">
                <a:avLst>
                  <a:gd name="adj" fmla="val 7198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1" name="Google Shape;26031;p43"/>
              <p:cNvSpPr/>
              <p:nvPr/>
            </p:nvSpPr>
            <p:spPr>
              <a:xfrm>
                <a:off x="8185313" y="1751488"/>
                <a:ext cx="146700" cy="142800"/>
              </a:xfrm>
              <a:prstGeom prst="roundRect">
                <a:avLst>
                  <a:gd name="adj" fmla="val 7198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2" name="Google Shape;26032;p43"/>
              <p:cNvSpPr/>
              <p:nvPr/>
            </p:nvSpPr>
            <p:spPr>
              <a:xfrm>
                <a:off x="7781821" y="1751488"/>
                <a:ext cx="146700" cy="142800"/>
              </a:xfrm>
              <a:prstGeom prst="roundRect">
                <a:avLst>
                  <a:gd name="adj" fmla="val 7198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033" name="Google Shape;26033;p43"/>
          <p:cNvSpPr txBox="1">
            <a:spLocks noGrp="1"/>
          </p:cNvSpPr>
          <p:nvPr>
            <p:ph type="title"/>
          </p:nvPr>
        </p:nvSpPr>
        <p:spPr>
          <a:xfrm>
            <a:off x="739125" y="2180475"/>
            <a:ext cx="3747900" cy="11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</a:rPr>
              <a:t>JavaScript</a:t>
            </a:r>
            <a:br>
              <a:rPr lang="en" dirty="0">
                <a:solidFill>
                  <a:srgbClr val="000000"/>
                </a:solidFill>
              </a:rPr>
            </a:br>
            <a:endParaRPr dirty="0">
              <a:solidFill>
                <a:srgbClr val="000000"/>
              </a:solidFill>
            </a:endParaRPr>
          </a:p>
        </p:txBody>
      </p:sp>
      <p:sp>
        <p:nvSpPr>
          <p:cNvPr id="26034" name="Google Shape;26034;p43"/>
          <p:cNvSpPr txBox="1">
            <a:spLocks noGrp="1"/>
          </p:cNvSpPr>
          <p:nvPr>
            <p:ph type="title" idx="2"/>
          </p:nvPr>
        </p:nvSpPr>
        <p:spPr>
          <a:xfrm>
            <a:off x="861922" y="1223000"/>
            <a:ext cx="90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</a:rPr>
              <a:t>03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26035" name="Google Shape;26035;p43"/>
          <p:cNvSpPr txBox="1">
            <a:spLocks noGrp="1"/>
          </p:cNvSpPr>
          <p:nvPr>
            <p:ph type="subTitle" idx="1"/>
          </p:nvPr>
        </p:nvSpPr>
        <p:spPr>
          <a:xfrm>
            <a:off x="739125" y="3277571"/>
            <a:ext cx="3747900" cy="6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-The Importance of JS: The Brain of Every Web Page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26036" name="Google Shape;26036;p43"/>
          <p:cNvSpPr txBox="1">
            <a:spLocks noGrp="1"/>
          </p:cNvSpPr>
          <p:nvPr>
            <p:ph type="subTitle" idx="4294967295"/>
          </p:nvPr>
        </p:nvSpPr>
        <p:spPr>
          <a:xfrm>
            <a:off x="6102200" y="2161765"/>
            <a:ext cx="2229300" cy="34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Loading…</a:t>
            </a:r>
            <a:endParaRPr sz="1200">
              <a:solidFill>
                <a:srgbClr val="000000"/>
              </a:solidFill>
            </a:endParaRPr>
          </a:p>
        </p:txBody>
      </p:sp>
      <p:grpSp>
        <p:nvGrpSpPr>
          <p:cNvPr id="26037" name="Google Shape;26037;p43"/>
          <p:cNvGrpSpPr/>
          <p:nvPr/>
        </p:nvGrpSpPr>
        <p:grpSpPr>
          <a:xfrm>
            <a:off x="6960339" y="2224465"/>
            <a:ext cx="1273217" cy="223500"/>
            <a:chOff x="5755014" y="4165250"/>
            <a:chExt cx="1273217" cy="223500"/>
          </a:xfrm>
        </p:grpSpPr>
        <p:sp>
          <p:nvSpPr>
            <p:cNvPr id="26038" name="Google Shape;26038;p43"/>
            <p:cNvSpPr/>
            <p:nvPr/>
          </p:nvSpPr>
          <p:spPr>
            <a:xfrm>
              <a:off x="5755031" y="4165250"/>
              <a:ext cx="1273200" cy="223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9" name="Google Shape;26039;p43"/>
            <p:cNvSpPr/>
            <p:nvPr/>
          </p:nvSpPr>
          <p:spPr>
            <a:xfrm>
              <a:off x="5900375" y="4165261"/>
              <a:ext cx="78900" cy="2181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0" name="Google Shape;26040;p43"/>
            <p:cNvSpPr/>
            <p:nvPr/>
          </p:nvSpPr>
          <p:spPr>
            <a:xfrm>
              <a:off x="6070631" y="4165261"/>
              <a:ext cx="78900" cy="2181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1" name="Google Shape;26041;p43"/>
            <p:cNvSpPr/>
            <p:nvPr/>
          </p:nvSpPr>
          <p:spPr>
            <a:xfrm>
              <a:off x="6228431" y="4167932"/>
              <a:ext cx="78900" cy="2181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2" name="Google Shape;26042;p43"/>
            <p:cNvSpPr/>
            <p:nvPr/>
          </p:nvSpPr>
          <p:spPr>
            <a:xfrm>
              <a:off x="6386231" y="4165261"/>
              <a:ext cx="78900" cy="2181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3" name="Google Shape;26043;p43"/>
            <p:cNvSpPr/>
            <p:nvPr/>
          </p:nvSpPr>
          <p:spPr>
            <a:xfrm>
              <a:off x="6544031" y="4167932"/>
              <a:ext cx="78900" cy="2181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4" name="Google Shape;26044;p43"/>
            <p:cNvSpPr/>
            <p:nvPr/>
          </p:nvSpPr>
          <p:spPr>
            <a:xfrm>
              <a:off x="5755014" y="4167961"/>
              <a:ext cx="78900" cy="218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45" name="Google Shape;26045;p43"/>
          <p:cNvSpPr txBox="1">
            <a:spLocks noGrp="1"/>
          </p:cNvSpPr>
          <p:nvPr>
            <p:ph type="subTitle" idx="4294967295"/>
          </p:nvPr>
        </p:nvSpPr>
        <p:spPr>
          <a:xfrm>
            <a:off x="6744150" y="2607990"/>
            <a:ext cx="757500" cy="3489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Okay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6046" name="Google Shape;26046;p43"/>
          <p:cNvSpPr txBox="1">
            <a:spLocks noGrp="1"/>
          </p:cNvSpPr>
          <p:nvPr>
            <p:ph type="subTitle" idx="4294967295"/>
          </p:nvPr>
        </p:nvSpPr>
        <p:spPr>
          <a:xfrm>
            <a:off x="7574000" y="2607990"/>
            <a:ext cx="757500" cy="34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Hurry up</a:t>
            </a:r>
            <a:endParaRPr sz="1200">
              <a:solidFill>
                <a:srgbClr val="000000"/>
              </a:solidFill>
            </a:endParaRPr>
          </a:p>
        </p:txBody>
      </p:sp>
      <p:grpSp>
        <p:nvGrpSpPr>
          <p:cNvPr id="26011" name="Google Shape;26011;p43"/>
          <p:cNvGrpSpPr/>
          <p:nvPr/>
        </p:nvGrpSpPr>
        <p:grpSpPr>
          <a:xfrm>
            <a:off x="5140064" y="765750"/>
            <a:ext cx="3719450" cy="3612000"/>
            <a:chOff x="5124325" y="765750"/>
            <a:chExt cx="3719450" cy="3612000"/>
          </a:xfrm>
        </p:grpSpPr>
        <p:grpSp>
          <p:nvGrpSpPr>
            <p:cNvPr id="26012" name="Google Shape;26012;p43"/>
            <p:cNvGrpSpPr/>
            <p:nvPr/>
          </p:nvGrpSpPr>
          <p:grpSpPr>
            <a:xfrm>
              <a:off x="5124325" y="765750"/>
              <a:ext cx="3719450" cy="3612000"/>
              <a:chOff x="5124325" y="765750"/>
              <a:chExt cx="3719450" cy="3612000"/>
            </a:xfrm>
          </p:grpSpPr>
          <p:sp>
            <p:nvSpPr>
              <p:cNvPr id="26013" name="Google Shape;26013;p43"/>
              <p:cNvSpPr/>
              <p:nvPr/>
            </p:nvSpPr>
            <p:spPr>
              <a:xfrm>
                <a:off x="5124375" y="765750"/>
                <a:ext cx="3719400" cy="3612000"/>
              </a:xfrm>
              <a:prstGeom prst="roundRect">
                <a:avLst>
                  <a:gd name="adj" fmla="val 3138"/>
                </a:avLst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4" name="Google Shape;26014;p43"/>
              <p:cNvSpPr/>
              <p:nvPr/>
            </p:nvSpPr>
            <p:spPr>
              <a:xfrm>
                <a:off x="5124325" y="765750"/>
                <a:ext cx="3719400" cy="336900"/>
              </a:xfrm>
              <a:prstGeom prst="round2SameRect">
                <a:avLst>
                  <a:gd name="adj1" fmla="val 21831"/>
                  <a:gd name="adj2" fmla="val 0"/>
                </a:avLst>
              </a:prstGeom>
              <a:solidFill>
                <a:schemeClr val="accent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15" name="Google Shape;26015;p43"/>
            <p:cNvGrpSpPr/>
            <p:nvPr/>
          </p:nvGrpSpPr>
          <p:grpSpPr>
            <a:xfrm>
              <a:off x="7991685" y="836550"/>
              <a:ext cx="752500" cy="195300"/>
              <a:chOff x="7348260" y="836550"/>
              <a:chExt cx="752500" cy="195300"/>
            </a:xfrm>
          </p:grpSpPr>
          <p:sp>
            <p:nvSpPr>
              <p:cNvPr id="26016" name="Google Shape;26016;p43"/>
              <p:cNvSpPr/>
              <p:nvPr/>
            </p:nvSpPr>
            <p:spPr>
              <a:xfrm>
                <a:off x="7348260" y="836550"/>
                <a:ext cx="200700" cy="195300"/>
              </a:xfrm>
              <a:prstGeom prst="roundRect">
                <a:avLst>
                  <a:gd name="adj" fmla="val 7198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7" name="Google Shape;26017;p43"/>
              <p:cNvSpPr/>
              <p:nvPr/>
            </p:nvSpPr>
            <p:spPr>
              <a:xfrm>
                <a:off x="7624160" y="836550"/>
                <a:ext cx="200700" cy="195300"/>
              </a:xfrm>
              <a:prstGeom prst="roundRect">
                <a:avLst>
                  <a:gd name="adj" fmla="val 7198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8" name="Google Shape;26018;p43"/>
              <p:cNvSpPr/>
              <p:nvPr/>
            </p:nvSpPr>
            <p:spPr>
              <a:xfrm>
                <a:off x="7900060" y="836550"/>
                <a:ext cx="200700" cy="195300"/>
              </a:xfrm>
              <a:prstGeom prst="roundRect">
                <a:avLst>
                  <a:gd name="adj" fmla="val 7198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6024ECD3-E115-4498-827D-FD58EC5272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742" t="19382" r="7538" b="11452"/>
          <a:stretch/>
        </p:blipFill>
        <p:spPr>
          <a:xfrm>
            <a:off x="6119634" y="1480523"/>
            <a:ext cx="1793483" cy="2430025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8933091-F010-480E-850C-1C601A5E63DA}"/>
              </a:ext>
            </a:extLst>
          </p:cNvPr>
          <p:cNvSpPr txBox="1"/>
          <p:nvPr/>
        </p:nvSpPr>
        <p:spPr>
          <a:xfrm>
            <a:off x="297102" y="4606297"/>
            <a:ext cx="3961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CHANDRAMOULI HALDAR, SVU,12-01-2026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62426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FD8ED-81EB-4105-9E34-6E3032D77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2BE16-A87A-4DAF-BE48-C5EF2804CC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latin typeface="-apple-system"/>
              </a:rPr>
              <a:t>JavaScript is a Scripting language which is all about interacting with HTML elements and manipulating their appearance through CSS.</a:t>
            </a:r>
          </a:p>
          <a:p>
            <a:endParaRPr lang="en-US" sz="2000" b="0" i="0" dirty="0">
              <a:solidFill>
                <a:srgbClr val="000000"/>
              </a:solidFill>
              <a:effectLst/>
              <a:latin typeface="-apple-system"/>
            </a:endParaRPr>
          </a:p>
          <a:p>
            <a:r>
              <a:rPr lang="en-US" sz="2000" b="1" dirty="0">
                <a:solidFill>
                  <a:srgbClr val="000000"/>
                </a:solidFill>
              </a:rPr>
              <a:t>Scripting language </a:t>
            </a:r>
            <a:r>
              <a:rPr lang="en-US" sz="2000" dirty="0">
                <a:solidFill>
                  <a:srgbClr val="000000"/>
                </a:solidFill>
              </a:rPr>
              <a:t>is a programming language used to control and automate tasks, Scripts are executed line by line, No need for compilation before execution.</a:t>
            </a:r>
            <a:endParaRPr lang="en-IN" sz="2000" dirty="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200DCD-02BB-4167-8E2A-65B7597E814B}"/>
              </a:ext>
            </a:extLst>
          </p:cNvPr>
          <p:cNvSpPr txBox="1"/>
          <p:nvPr/>
        </p:nvSpPr>
        <p:spPr>
          <a:xfrm>
            <a:off x="297102" y="4606297"/>
            <a:ext cx="3961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CHANDRAMOULI HALDAR, SVU,12-01-2026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55846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FC736-F439-4B5A-A6BE-E05D878DB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JAVA </a:t>
            </a:r>
            <a:r>
              <a:rPr lang="en-US" b="1" dirty="0">
                <a:solidFill>
                  <a:srgbClr val="000000"/>
                </a:solidFill>
              </a:rPr>
              <a:t>VS</a:t>
            </a:r>
            <a:r>
              <a:rPr lang="en-US" dirty="0">
                <a:solidFill>
                  <a:srgbClr val="000000"/>
                </a:solidFill>
              </a:rPr>
              <a:t> JAVASCRIPT</a:t>
            </a:r>
            <a:endParaRPr lang="en-IN" dirty="0">
              <a:solidFill>
                <a:srgbClr val="000000"/>
              </a:solidFill>
            </a:endParaRPr>
          </a:p>
        </p:txBody>
      </p:sp>
      <p:pic>
        <p:nvPicPr>
          <p:cNvPr id="9220" name="Picture 4" descr="Image may contain Kim Jongun Human Person Glasses Accessories Accessory and Face">
            <a:extLst>
              <a:ext uri="{FF2B5EF4-FFF2-40B4-BE49-F238E27FC236}">
                <a16:creationId xmlns:a16="http://schemas.microsoft.com/office/drawing/2014/main" id="{1D1F4630-641D-4FE4-8B9C-4028711CD9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1" b="28889"/>
          <a:stretch/>
        </p:blipFill>
        <p:spPr bwMode="auto">
          <a:xfrm>
            <a:off x="771365" y="1853677"/>
            <a:ext cx="2695639" cy="2545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Kim Kardashian - IMDb">
            <a:extLst>
              <a:ext uri="{FF2B5EF4-FFF2-40B4-BE49-F238E27FC236}">
                <a16:creationId xmlns:a16="http://schemas.microsoft.com/office/drawing/2014/main" id="{B1BADD8D-7B36-498E-A4F4-02AC4D2F60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1" b="41803"/>
          <a:stretch/>
        </p:blipFill>
        <p:spPr bwMode="auto">
          <a:xfrm>
            <a:off x="5200023" y="1939941"/>
            <a:ext cx="3138262" cy="2545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E9110A-AA4E-4054-A695-F01C588D3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149" y="848875"/>
            <a:ext cx="926138" cy="9425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256FDB-6F6D-492D-9557-72A54D0F5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8366" y="997363"/>
            <a:ext cx="955579" cy="9425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03E7DA7-A6A9-4AD3-99D1-F0414F8A309A}"/>
              </a:ext>
            </a:extLst>
          </p:cNvPr>
          <p:cNvSpPr txBox="1"/>
          <p:nvPr/>
        </p:nvSpPr>
        <p:spPr>
          <a:xfrm>
            <a:off x="1466490" y="4485734"/>
            <a:ext cx="1561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Kim</a:t>
            </a:r>
            <a:r>
              <a:rPr lang="en-IN" sz="1600" dirty="0"/>
              <a:t> Jong Un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DD7742-83BF-420C-B3BA-3426E77B51ED}"/>
              </a:ext>
            </a:extLst>
          </p:cNvPr>
          <p:cNvSpPr txBox="1"/>
          <p:nvPr/>
        </p:nvSpPr>
        <p:spPr>
          <a:xfrm>
            <a:off x="5997249" y="4529198"/>
            <a:ext cx="18978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Kim</a:t>
            </a:r>
            <a:r>
              <a:rPr lang="en-IN" sz="1600" dirty="0"/>
              <a:t> Kardashian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B27D46-FCCD-4CAD-887A-460F2F2E0F1D}"/>
              </a:ext>
            </a:extLst>
          </p:cNvPr>
          <p:cNvSpPr txBox="1"/>
          <p:nvPr/>
        </p:nvSpPr>
        <p:spPr>
          <a:xfrm>
            <a:off x="266509" y="4713863"/>
            <a:ext cx="3961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CHANDRAMOULI HALDAR, SVU,12-01-2026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02424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Difference between Java and JavaScript Programming">
            <a:extLst>
              <a:ext uri="{FF2B5EF4-FFF2-40B4-BE49-F238E27FC236}">
                <a16:creationId xmlns:a16="http://schemas.microsoft.com/office/drawing/2014/main" id="{66F44F71-1F11-4B8C-9196-6B9704C8D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59" y="562108"/>
            <a:ext cx="8048446" cy="382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8B68F3-7D41-4C79-B6FC-58ABF7C3AE9A}"/>
              </a:ext>
            </a:extLst>
          </p:cNvPr>
          <p:cNvSpPr txBox="1"/>
          <p:nvPr/>
        </p:nvSpPr>
        <p:spPr>
          <a:xfrm>
            <a:off x="297102" y="4606297"/>
            <a:ext cx="3961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CHANDRAMOULI HALDAR, SVU,12-01-2026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28970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32A56-13F7-40AD-BDD6-C0CF201EE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Prerequisite Software</a:t>
            </a:r>
          </a:p>
        </p:txBody>
      </p:sp>
      <p:pic>
        <p:nvPicPr>
          <p:cNvPr id="11266" name="Picture 2" descr="Visual Studio Code full logo ...">
            <a:extLst>
              <a:ext uri="{FF2B5EF4-FFF2-40B4-BE49-F238E27FC236}">
                <a16:creationId xmlns:a16="http://schemas.microsoft.com/office/drawing/2014/main" id="{75B88EBC-B42C-4F31-8958-FAAFE6BC9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882626"/>
            <a:ext cx="2990850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61+ Thousand Internet Browser Logo ...">
            <a:extLst>
              <a:ext uri="{FF2B5EF4-FFF2-40B4-BE49-F238E27FC236}">
                <a16:creationId xmlns:a16="http://schemas.microsoft.com/office/drawing/2014/main" id="{5F6D66F0-691C-48B9-8D5F-3EAF44D79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035" y="2165949"/>
            <a:ext cx="4124325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78B5C5-39DB-41BF-9BC2-3D0E9E0BC5D5}"/>
              </a:ext>
            </a:extLst>
          </p:cNvPr>
          <p:cNvSpPr txBox="1"/>
          <p:nvPr/>
        </p:nvSpPr>
        <p:spPr>
          <a:xfrm>
            <a:off x="297102" y="4606297"/>
            <a:ext cx="3961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CHANDRAMOULI HALDAR, SVU,12-01-2026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59556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51" name="Google Shape;26051;p44"/>
          <p:cNvSpPr txBox="1">
            <a:spLocks noGrp="1"/>
          </p:cNvSpPr>
          <p:nvPr>
            <p:ph type="title"/>
          </p:nvPr>
        </p:nvSpPr>
        <p:spPr>
          <a:xfrm>
            <a:off x="4413918" y="1788141"/>
            <a:ext cx="4158900" cy="175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rgbClr val="000000"/>
                </a:solidFill>
              </a:rPr>
              <a:t>Thank You!</a:t>
            </a:r>
            <a:endParaRPr sz="6000" dirty="0">
              <a:solidFill>
                <a:srgbClr val="000000"/>
              </a:solidFill>
            </a:endParaRPr>
          </a:p>
        </p:txBody>
      </p:sp>
      <p:pic>
        <p:nvPicPr>
          <p:cNvPr id="12290" name="Picture 2" descr="Empowering Businesses with Cutting-Edge Web Development Solutions | CodSoft">
            <a:extLst>
              <a:ext uri="{FF2B5EF4-FFF2-40B4-BE49-F238E27FC236}">
                <a16:creationId xmlns:a16="http://schemas.microsoft.com/office/drawing/2014/main" id="{C7AF2A14-9700-49A0-AD77-4E0F28F4E44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4466" y="1140596"/>
            <a:ext cx="4498384" cy="304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1623B7-D8B3-436A-A0DD-4FB3D5A09F73}"/>
              </a:ext>
            </a:extLst>
          </p:cNvPr>
          <p:cNvSpPr txBox="1"/>
          <p:nvPr/>
        </p:nvSpPr>
        <p:spPr>
          <a:xfrm>
            <a:off x="297102" y="4606297"/>
            <a:ext cx="3961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CHANDRAMOULI HALDAR, SVU,12-01-2026 </a:t>
            </a:r>
            <a:endParaRPr lang="en-IN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face Style Website Design by Slidesgo">
  <a:themeElements>
    <a:clrScheme name="Simple Light">
      <a:dk1>
        <a:srgbClr val="27421C"/>
      </a:dk1>
      <a:lt1>
        <a:srgbClr val="FFFFFF"/>
      </a:lt1>
      <a:dk2>
        <a:srgbClr val="FCF2E8"/>
      </a:dk2>
      <a:lt2>
        <a:srgbClr val="EA564C"/>
      </a:lt2>
      <a:accent1>
        <a:srgbClr val="F9B177"/>
      </a:accent1>
      <a:accent2>
        <a:srgbClr val="FBD4CF"/>
      </a:accent2>
      <a:accent3>
        <a:srgbClr val="BAD8E2"/>
      </a:accent3>
      <a:accent4>
        <a:srgbClr val="C9DDC1"/>
      </a:accent4>
      <a:accent5>
        <a:srgbClr val="FFFFFF"/>
      </a:accent5>
      <a:accent6>
        <a:srgbClr val="FFFFFF"/>
      </a:accent6>
      <a:hlink>
        <a:srgbClr val="27421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493</Words>
  <Application>Microsoft Office PowerPoint</Application>
  <PresentationFormat>On-screen Show (16:9)</PresentationFormat>
  <Paragraphs>63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Nunito Light</vt:lpstr>
      <vt:lpstr>Barlow</vt:lpstr>
      <vt:lpstr>Arial</vt:lpstr>
      <vt:lpstr>Spline Sans</vt:lpstr>
      <vt:lpstr>-apple-system</vt:lpstr>
      <vt:lpstr>Interface Style Website Design by Slidesgo</vt:lpstr>
      <vt:lpstr>Introduction to Web Development</vt:lpstr>
      <vt:lpstr>What is Web Development? </vt:lpstr>
      <vt:lpstr>PowerPoint Presentation</vt:lpstr>
      <vt:lpstr>PowerPoint Presentation</vt:lpstr>
      <vt:lpstr>PowerPoint Presentation</vt:lpstr>
      <vt:lpstr>Get Started with Frontend Dev.</vt:lpstr>
      <vt:lpstr>Hyper Text Markup Language</vt:lpstr>
      <vt:lpstr>HTML</vt:lpstr>
      <vt:lpstr>Cascading Style Sheets</vt:lpstr>
      <vt:lpstr>CSS</vt:lpstr>
      <vt:lpstr>JavaScript </vt:lpstr>
      <vt:lpstr>JavaScript</vt:lpstr>
      <vt:lpstr>JAVA VS JAVASCRIPT</vt:lpstr>
      <vt:lpstr>PowerPoint Presentation</vt:lpstr>
      <vt:lpstr>Prerequisite Software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 Development</dc:title>
  <dc:creator>chandramouli Haldar</dc:creator>
  <cp:lastModifiedBy>chandramouli Haldar</cp:lastModifiedBy>
  <cp:revision>12</cp:revision>
  <dcterms:modified xsi:type="dcterms:W3CDTF">2026-02-10T15:34:26Z</dcterms:modified>
</cp:coreProperties>
</file>